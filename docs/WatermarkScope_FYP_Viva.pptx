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8B571D-C557-4AFF-818F-5261DB53400B}" type="datetimeFigureOut">
              <a:rPr lang="zh-CN" altLang="en-US" smtClean="0"/>
              <a:t>2026/5/14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0804BE-9371-4E4A-8397-EB2B3C39FFE8}" type="slidenum">
              <a:rPr lang="zh-CN" altLang="en-US" smtClean="0"/>
              <a:t>‹#›</a:t>
            </a:fld>
            <a:endParaRPr lang="zh-CN" altLang="en-US"/>
          </a:p>
        </p:txBody>
      </p:sp>
    </p:spTree>
    <p:extLst>
      <p:ext uri="{BB962C8B-B14F-4D97-AF65-F5344CB8AC3E}">
        <p14:creationId xmlns:p14="http://schemas.microsoft.com/office/powerpoint/2010/main" val="2416666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My central message is simple: watermark evidence needs a claim boundary before it can support a claim.</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a:t>
            </a:fld>
            <a:endParaRPr lang="zh-CN" altLang="en-US"/>
          </a:p>
        </p:txBody>
      </p:sp>
    </p:spTree>
    <p:extLst>
      <p:ext uri="{BB962C8B-B14F-4D97-AF65-F5344CB8AC3E}">
        <p14:creationId xmlns:p14="http://schemas.microsoft.com/office/powerpoint/2010/main" val="15448206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problem is that generated code does not stay in a clean generation session. It moves. It is edited and reused. So a detector score alone is not enough. We need to know what evidence survived and what claim it supports.</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2</a:t>
            </a:fld>
            <a:endParaRPr lang="zh-CN" altLang="en-US"/>
          </a:p>
        </p:txBody>
      </p:sp>
    </p:spTree>
    <p:extLst>
      <p:ext uri="{BB962C8B-B14F-4D97-AF65-F5344CB8AC3E}">
        <p14:creationId xmlns:p14="http://schemas.microsoft.com/office/powerpoint/2010/main" val="627901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gap I focused on. A score can be useful, but it does not tell us what is being claimed. I treat a claim as a function of admitted evidence, controls, the access model, and a boundary.</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3</a:t>
            </a:fld>
            <a:endParaRPr lang="zh-CN" altLang="en-US"/>
          </a:p>
        </p:txBody>
      </p:sp>
    </p:spTree>
    <p:extLst>
      <p:ext uri="{BB962C8B-B14F-4D97-AF65-F5344CB8AC3E}">
        <p14:creationId xmlns:p14="http://schemas.microsoft.com/office/powerpoint/2010/main" val="4293888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benchmark layer is not just a dataset table. It is a denominator discipline. Before interpreting results, the framework fixes the task, transformation, executable oracle, controls, and artifact identity.</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4</a:t>
            </a:fld>
            <a:endParaRPr lang="zh-CN" altLang="en-US"/>
          </a:p>
        </p:txBody>
      </p:sp>
    </p:spTree>
    <p:extLst>
      <p:ext uri="{BB962C8B-B14F-4D97-AF65-F5344CB8AC3E}">
        <p14:creationId xmlns:p14="http://schemas.microsoft.com/office/powerpoint/2010/main" val="2023626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full framework. The five stages look at different kinds of watermark evidence. What connects them is one evidence contract. Each stage must state what it can claim, and what it cannot claim.</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5</a:t>
            </a:fld>
            <a:endParaRPr lang="zh-CN" altLang="en-US"/>
          </a:p>
        </p:txBody>
      </p:sp>
    </p:spTree>
    <p:extLst>
      <p:ext uri="{BB962C8B-B14F-4D97-AF65-F5344CB8AC3E}">
        <p14:creationId xmlns:p14="http://schemas.microsoft.com/office/powerpoint/2010/main" val="3272144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evidence object has five parts. I freeze the denominator, controls, artifact and hash, then I state the boundary. If the evidence is not enough, the correct answer is abstention, not a stronger claim.</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6</a:t>
            </a:fld>
            <a:endParaRPr lang="zh-CN" altLang="en-US"/>
          </a:p>
        </p:txBody>
      </p:sp>
    </p:spTree>
    <p:extLst>
      <p:ext uri="{BB962C8B-B14F-4D97-AF65-F5344CB8AC3E}">
        <p14:creationId xmlns:p14="http://schemas.microsoft.com/office/powerpoint/2010/main" val="1425920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key results slide. I report each result with its denominator and control surface. The important point is not a single overall score. It is that every promoted claim has a bounded evidence object.</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7</a:t>
            </a:fld>
            <a:endParaRPr lang="zh-CN" altLang="en-US"/>
          </a:p>
        </p:txBody>
      </p:sp>
    </p:spTree>
    <p:extLst>
      <p:ext uri="{BB962C8B-B14F-4D97-AF65-F5344CB8AC3E}">
        <p14:creationId xmlns:p14="http://schemas.microsoft.com/office/powerpoint/2010/main" val="35305025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Two modules are intentionally conservative. CodeDye has sparse black-box signal, and SealAudit is selective. I do not hide that. The framework uses these results to show where we should abstain.</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8</a:t>
            </a:fld>
            <a:endParaRPr lang="zh-CN" altLang="en-US"/>
          </a:p>
        </p:txBody>
      </p:sp>
    </p:spTree>
    <p:extLst>
      <p:ext uri="{BB962C8B-B14F-4D97-AF65-F5344CB8AC3E}">
        <p14:creationId xmlns:p14="http://schemas.microsoft.com/office/powerpoint/2010/main" val="25464078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first demo, I will not browse randomly. I will use a fixed route: README, claim boundaries, traceability matrix, result manifest, and one project folder. The point is to show that the submitted claims are inspectable.</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9</a:t>
            </a:fld>
            <a:endParaRPr lang="zh-CN" altLang="en-US"/>
          </a:p>
        </p:txBody>
      </p:sp>
    </p:spTree>
    <p:extLst>
      <p:ext uri="{BB962C8B-B14F-4D97-AF65-F5344CB8AC3E}">
        <p14:creationId xmlns:p14="http://schemas.microsoft.com/office/powerpoint/2010/main" val="29203771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second demo is a quick local check. I will be explicit about its boundary. It checks repository consistency and key artifacts. It does not claim to rerun all large experiments during the viva.</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10</a:t>
            </a:fld>
            <a:endParaRPr lang="zh-CN" altLang="en-US"/>
          </a:p>
        </p:txBody>
      </p:sp>
    </p:spTree>
    <p:extLst>
      <p:ext uri="{BB962C8B-B14F-4D97-AF65-F5344CB8AC3E}">
        <p14:creationId xmlns:p14="http://schemas.microsoft.com/office/powerpoint/2010/main" val="40129281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My Q&amp;A strategy is to answer directly and then state the boundary. I can defend the framework, qualify finite denominators, and refuse claims that the project does not support.</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11</a:t>
            </a:fld>
            <a:endParaRPr lang="zh-CN" altLang="en-US"/>
          </a:p>
        </p:txBody>
      </p:sp>
    </p:spTree>
    <p:extLst>
      <p:ext uri="{BB962C8B-B14F-4D97-AF65-F5344CB8AC3E}">
        <p14:creationId xmlns:p14="http://schemas.microsoft.com/office/powerpoint/2010/main" val="1289416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FYP artifact is the base. I plan to develop the benchmark work toward TOSEM and the other four workstreams toward EMNLP-style papers. These are planned continuations, not extra claims in the submitted dissertation.</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12</a:t>
            </a:fld>
            <a:endParaRPr lang="zh-CN" altLang="en-US"/>
          </a:p>
        </p:txBody>
      </p:sp>
    </p:spTree>
    <p:extLst>
      <p:ext uri="{BB962C8B-B14F-4D97-AF65-F5344CB8AC3E}">
        <p14:creationId xmlns:p14="http://schemas.microsoft.com/office/powerpoint/2010/main" val="25368100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If needed, I can open the project page, the repository, or the claim boundary document.</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13</a:t>
            </a:fld>
            <a:endParaRPr lang="zh-CN" altLang="en-US"/>
          </a:p>
        </p:txBody>
      </p:sp>
    </p:spTree>
    <p:extLst>
      <p:ext uri="{BB962C8B-B14F-4D97-AF65-F5344CB8AC3E}">
        <p14:creationId xmlns:p14="http://schemas.microsoft.com/office/powerpoint/2010/main" val="13531340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backup slide defines the notation. It is only for Q&amp;A.</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14</a:t>
            </a:fld>
            <a:endParaRPr lang="zh-CN" altLang="en-US"/>
          </a:p>
        </p:txBody>
      </p:sp>
    </p:spTree>
    <p:extLst>
      <p:ext uri="{BB962C8B-B14F-4D97-AF65-F5344CB8AC3E}">
        <p14:creationId xmlns:p14="http://schemas.microsoft.com/office/powerpoint/2010/main" val="21361675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a backup Q&amp;A page. I should keep answers short and specific.</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15</a:t>
            </a:fld>
            <a:endParaRPr lang="zh-CN" altLang="en-US"/>
          </a:p>
        </p:txBody>
      </p:sp>
    </p:spTree>
    <p:extLst>
      <p:ext uri="{BB962C8B-B14F-4D97-AF65-F5344CB8AC3E}">
        <p14:creationId xmlns:p14="http://schemas.microsoft.com/office/powerpoint/2010/main" val="147960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backup storyboard. If the live demo has a problem, I can describe the route and use the saved video.</a:t>
            </a:r>
            <a:endParaRPr lang="zh-CN" altLang="en-US"/>
          </a:p>
        </p:txBody>
      </p:sp>
      <p:sp>
        <p:nvSpPr>
          <p:cNvPr id="4" name="灯片编号占位符 3"/>
          <p:cNvSpPr>
            <a:spLocks noGrp="1"/>
          </p:cNvSpPr>
          <p:nvPr>
            <p:ph type="sldNum" sz="quarter" idx="5"/>
          </p:nvPr>
        </p:nvSpPr>
        <p:spPr/>
        <p:txBody>
          <a:bodyPr/>
          <a:lstStyle/>
          <a:p>
            <a:fld id="{D00804BE-9371-4E4A-8397-EB2B3C39FFE8}" type="slidenum">
              <a:rPr lang="zh-CN" altLang="en-US" smtClean="0"/>
              <a:t>16</a:t>
            </a:fld>
            <a:endParaRPr lang="zh-CN" altLang="en-US"/>
          </a:p>
        </p:txBody>
      </p:sp>
    </p:spTree>
    <p:extLst>
      <p:ext uri="{BB962C8B-B14F-4D97-AF65-F5344CB8AC3E}">
        <p14:creationId xmlns:p14="http://schemas.microsoft.com/office/powerpoint/2010/main" val="3179960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66A045-80E8-BA09-6993-86133B08B99E}"/>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A75105D7-99C2-C843-D635-D65D5A7CDA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23656999-D754-B645-C032-9E663E35E65A}"/>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4A0FEF4D-D725-A2E1-C397-9BFE59A4C32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7509DDA-A1FB-BE3F-1F26-14831A5AC30D}"/>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2682713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1EDA92-6BF1-6852-9EFF-1F68EFA41D4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5CCE2938-8AF6-C91D-E075-0F476CD08B2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2A0C3F0-C33E-4319-50CE-19ADA5249846}"/>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FC913254-9294-7A39-4A55-FB6B999B35B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DA76964-F477-01EC-2AB8-A1746944CFFE}"/>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1438812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36D0AC-3769-D715-EC41-FD860A62A12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0356011C-E48B-B9DA-7874-9D8A1B1E58E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21390A3-7E33-F18A-8818-86D4F64E4EE3}"/>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70DD75D5-87AD-4DC7-DA4E-DA4CE1E48D8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76519D9-98D9-E2F2-33A1-059F797A11F7}"/>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12071164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FDF9128-133D-11BD-7FDA-AB11857A6BB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ABA51ED6-45C1-94F2-9064-E1B36A4C95DF}"/>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D2F5E607-09C7-1732-98E2-49A3B2AC88A8}"/>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243C126C-6400-35BC-00AC-126943702895}"/>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F66BA960-327B-BADF-0E4B-F3E9BB0DD5E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7158840-346F-3F58-5183-1A80BF53D958}"/>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1811174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7E2D16-A348-BA2B-A2FA-0E54CCB064C0}"/>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7244AA81-6E05-CACB-D96F-7889ABB681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13F1825-7D6D-8E6C-B793-2DE0BD83672F}"/>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730EDF54-ADE8-D087-3866-22FF979DDF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BCE9719-638C-6767-A39E-6BC07A37EEC1}"/>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F70E037E-C21C-F591-7CA9-1368418F3926}"/>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8" name="页脚占位符 7">
            <a:extLst>
              <a:ext uri="{FF2B5EF4-FFF2-40B4-BE49-F238E27FC236}">
                <a16:creationId xmlns:a16="http://schemas.microsoft.com/office/drawing/2014/main" id="{3299C1D0-62BE-E3ED-C676-E7167B3A4A9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582FBD5A-8CE2-B674-7067-A0B248854E9E}"/>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3915819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881527F-B5E3-3A75-1F79-7BFCC40BA4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AE8CF36F-F3B0-A886-709D-FC5D94D1D5E1}"/>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4" name="页脚占位符 3">
            <a:extLst>
              <a:ext uri="{FF2B5EF4-FFF2-40B4-BE49-F238E27FC236}">
                <a16:creationId xmlns:a16="http://schemas.microsoft.com/office/drawing/2014/main" id="{5FEBBC85-AA45-7D17-1360-2AE277470B80}"/>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039FA73-4630-07B5-54C3-5D0D74571A3E}"/>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587602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1616086-DBE5-3724-1F21-F1349DADB2C7}"/>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3" name="页脚占位符 2">
            <a:extLst>
              <a:ext uri="{FF2B5EF4-FFF2-40B4-BE49-F238E27FC236}">
                <a16:creationId xmlns:a16="http://schemas.microsoft.com/office/drawing/2014/main" id="{2332B2DB-D6E2-0679-2024-8B4409C25A55}"/>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705C0703-DD88-CEAB-E1AF-46B30AADDDB1}"/>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2511841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93F47E-F163-BA1A-CBBD-C40BB19CC91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504F84B8-FE3D-59C1-399E-804A8DBFF8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FF058EE5-144B-5634-CE6D-057A411094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C3F48AC-1D7D-90E2-6F76-26819750785A}"/>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A847F574-E3E2-D147-7E67-32EB4DAE8F6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A8652AC-474B-07CA-822B-9E187E569D4D}"/>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4153279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AF4F20-0351-B1E7-3114-15E5BA14A93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2F9F1B2-F89D-E144-0DCC-FC1EF7818B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92679610-59EE-2140-3C35-66F86ADE58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37812A1-A43D-BE82-53A4-EE7FC5792363}"/>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768AC5AE-3972-34CA-8130-30E03E4A8E0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F3CEC76-8185-CCC6-6187-6063FE2FA975}"/>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30984214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C8D4BA-F173-72A5-046B-5100F6F1AED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14740A82-A6BF-6155-A68E-E02E5223D6D8}"/>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A00512E-8956-8AC2-5705-2C7A943F6E19}"/>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034BC170-1643-16C6-72A5-FAC155137B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D488B41-5663-5AD8-F058-FEB10457846D}"/>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296648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E43D671-8D3D-8279-6862-F0BC0B18488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A7BC6935-CED5-79E5-AA4D-D691BD4F5A47}"/>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B0ED382-A128-C016-D6A3-5F9607B37561}"/>
              </a:ext>
            </a:extLst>
          </p:cNvPr>
          <p:cNvSpPr>
            <a:spLocks noGrp="1"/>
          </p:cNvSpPr>
          <p:nvPr>
            <p:ph type="dt" sz="half" idx="10"/>
          </p:nvPr>
        </p:nvSpPr>
        <p:spPr/>
        <p:txBody>
          <a:bodyPr/>
          <a:lstStyle/>
          <a:p>
            <a:fld id="{0DFB3D20-ACAD-4895-9C80-6F5DF7285B82}"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0A0AC325-70EE-ED76-7D22-68C7C366851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3986C81-55B6-2D4E-105B-94681EE023CA}"/>
              </a:ext>
            </a:extLst>
          </p:cNvPr>
          <p:cNvSpPr>
            <a:spLocks noGrp="1"/>
          </p:cNvSpPr>
          <p:nvPr>
            <p:ph type="sldNum" sz="quarter" idx="12"/>
          </p:nvPr>
        </p:nvSpPr>
        <p:spPr/>
        <p:txBody>
          <a:body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1705233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EC866F9-D89B-08EB-1D8E-BF9328EDA8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7BF9A19E-ED0C-7F2E-643D-6473E3F132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C95F2D9-000E-3CA9-F387-46D8A90A04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FB3D20-ACAD-4895-9C80-6F5DF7285B82}"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675CA668-3EEA-C527-051D-FBA37947E7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B4DA9F95-0ADA-10D1-B8FC-5A7F26E4BC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69527B3-C2C7-40AF-B528-3EF24E3C98F5}" type="slidenum">
              <a:rPr lang="zh-CN" altLang="en-US" smtClean="0"/>
              <a:t>‹#›</a:t>
            </a:fld>
            <a:endParaRPr lang="zh-CN" altLang="en-US"/>
          </a:p>
        </p:txBody>
      </p:sp>
    </p:spTree>
    <p:extLst>
      <p:ext uri="{BB962C8B-B14F-4D97-AF65-F5344CB8AC3E}">
        <p14:creationId xmlns:p14="http://schemas.microsoft.com/office/powerpoint/2010/main" val="38659888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examiner_check.p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github.com/Haoyi-Zhang/WatermarkScope/blob/main/scripts/examiner_check.py" TargetMode="External"/><Relationship Id="rId3" Type="http://schemas.openxmlformats.org/officeDocument/2006/relationships/image" Target="../media/image3.jpeg"/><Relationship Id="rId7" Type="http://schemas.openxmlformats.org/officeDocument/2006/relationships/hyperlink" Target="https://github.com/Haoyi-Zhang/WatermarkScope/blob/main/RESULT_MANIFEST.jsonl"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hyperlink" Target="https://haoyi-zhang.github.io/Watermark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06BFF8E-475B-745A-1FFF-CE665813E309}"/>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57666F7F-EBA7-B894-DD11-FD4FC2C71934}"/>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88B869EA-8006-871D-C394-1CC15A42428C}"/>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F2B025F0-FEFD-FACA-26F0-4C11A85FE8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kicker">
            <a:extLst>
              <a:ext uri="{FF2B5EF4-FFF2-40B4-BE49-F238E27FC236}">
                <a16:creationId xmlns:a16="http://schemas.microsoft.com/office/drawing/2014/main" id="{2E2B1743-995B-D9DE-672D-220BE03A6DF2}"/>
              </a:ext>
            </a:extLst>
          </p:cNvPr>
          <p:cNvSpPr txBox="1"/>
          <p:nvPr/>
        </p:nvSpPr>
        <p:spPr>
          <a:xfrm>
            <a:off x="5003800" y="990600"/>
            <a:ext cx="4572000" cy="276999"/>
          </a:xfrm>
          <a:prstGeom prst="rect">
            <a:avLst/>
          </a:prstGeom>
          <a:noFill/>
        </p:spPr>
        <p:txBody>
          <a:bodyPr vert="horz" wrap="square" lIns="0" tIns="0" rIns="0" bIns="0" rtlCol="0">
            <a:noAutofit/>
          </a:bodyPr>
          <a:lstStyle/>
          <a:p>
            <a:r>
              <a:rPr lang="en-US" altLang="zh-CN" sz="800" b="1">
                <a:solidFill>
                  <a:srgbClr val="C2DCFA"/>
                </a:solidFill>
                <a:latin typeface="Aptos" panose="020B0004020202020204" pitchFamily="34" charset="0"/>
              </a:rPr>
              <a:t>FINAL YEAR PROJECT VIVA</a:t>
            </a:r>
            <a:endParaRPr lang="zh-CN" altLang="en-US" sz="800" b="1">
              <a:solidFill>
                <a:srgbClr val="C2DCFA"/>
              </a:solidFill>
              <a:latin typeface="Aptos" panose="020B0004020202020204" pitchFamily="34" charset="0"/>
            </a:endParaRPr>
          </a:p>
        </p:txBody>
      </p:sp>
      <p:sp>
        <p:nvSpPr>
          <p:cNvPr id="8" name="h1">
            <a:extLst>
              <a:ext uri="{FF2B5EF4-FFF2-40B4-BE49-F238E27FC236}">
                <a16:creationId xmlns:a16="http://schemas.microsoft.com/office/drawing/2014/main" id="{933E5CFA-B31E-7280-4BCE-7A79CBDFBC53}"/>
              </a:ext>
            </a:extLst>
          </p:cNvPr>
          <p:cNvSpPr txBox="1"/>
          <p:nvPr/>
        </p:nvSpPr>
        <p:spPr>
          <a:xfrm>
            <a:off x="5003800" y="1371600"/>
            <a:ext cx="6223000" cy="276999"/>
          </a:xfrm>
          <a:prstGeom prst="rect">
            <a:avLst/>
          </a:prstGeom>
          <a:noFill/>
        </p:spPr>
        <p:txBody>
          <a:bodyPr vert="horz" wrap="square" lIns="0" tIns="0" rIns="0" bIns="0" rtlCol="0">
            <a:noAutofit/>
          </a:bodyPr>
          <a:lstStyle/>
          <a:p>
            <a:r>
              <a:rPr lang="en-US" altLang="zh-CN" sz="4800" b="1">
                <a:solidFill>
                  <a:srgbClr val="FFFFFF"/>
                </a:solidFill>
                <a:latin typeface="Aptos" panose="020B0004020202020204" pitchFamily="34" charset="0"/>
              </a:rPr>
              <a:t>WatermarkScope</a:t>
            </a:r>
            <a:endParaRPr lang="zh-CN" altLang="en-US" sz="4800" b="1">
              <a:solidFill>
                <a:srgbClr val="FFFFFF"/>
              </a:solidFill>
              <a:latin typeface="Aptos" panose="020B0004020202020204" pitchFamily="34" charset="0"/>
            </a:endParaRPr>
          </a:p>
        </p:txBody>
      </p:sp>
      <p:sp>
        <p:nvSpPr>
          <p:cNvPr id="9" name="sub">
            <a:extLst>
              <a:ext uri="{FF2B5EF4-FFF2-40B4-BE49-F238E27FC236}">
                <a16:creationId xmlns:a16="http://schemas.microsoft.com/office/drawing/2014/main" id="{05ED469C-0910-6D35-2955-B6FAA4A30392}"/>
              </a:ext>
            </a:extLst>
          </p:cNvPr>
          <p:cNvSpPr txBox="1"/>
          <p:nvPr/>
        </p:nvSpPr>
        <p:spPr>
          <a:xfrm>
            <a:off x="5054600" y="2387600"/>
            <a:ext cx="57785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A benchmark-to-audit framework for source-code watermarking in code generation models.</a:t>
            </a:r>
            <a:endParaRPr lang="zh-CN" altLang="en-US" sz="1850" b="1">
              <a:solidFill>
                <a:srgbClr val="FFFFFF"/>
              </a:solidFill>
              <a:latin typeface="Aptos" panose="020B0004020202020204" pitchFamily="34" charset="0"/>
            </a:endParaRPr>
          </a:p>
        </p:txBody>
      </p:sp>
      <p:cxnSp>
        <p:nvCxnSpPr>
          <p:cNvPr id="10" name="rule">
            <a:extLst>
              <a:ext uri="{FF2B5EF4-FFF2-40B4-BE49-F238E27FC236}">
                <a16:creationId xmlns:a16="http://schemas.microsoft.com/office/drawing/2014/main" id="{38280D78-A058-5FDF-4342-1257DD380538}"/>
              </a:ext>
            </a:extLst>
          </p:cNvPr>
          <p:cNvCxnSpPr/>
          <p:nvPr/>
        </p:nvCxnSpPr>
        <p:spPr>
          <a:xfrm>
            <a:off x="5054600" y="3327400"/>
            <a:ext cx="56388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1" name="thesis">
            <a:extLst>
              <a:ext uri="{FF2B5EF4-FFF2-40B4-BE49-F238E27FC236}">
                <a16:creationId xmlns:a16="http://schemas.microsoft.com/office/drawing/2014/main" id="{E6EB8C1B-1D84-DA94-7EA9-4C5465C4CE11}"/>
              </a:ext>
            </a:extLst>
          </p:cNvPr>
          <p:cNvSpPr txBox="1"/>
          <p:nvPr/>
        </p:nvSpPr>
        <p:spPr>
          <a:xfrm>
            <a:off x="5054600" y="3810000"/>
            <a:ext cx="54610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Watermark evidence needs a claim boundary before it can support a claim.</a:t>
            </a:r>
            <a:endParaRPr lang="zh-CN" altLang="en-US" sz="1850" b="1">
              <a:solidFill>
                <a:srgbClr val="FFFFFF"/>
              </a:solidFill>
              <a:latin typeface="Aptos" panose="020B0004020202020204" pitchFamily="34" charset="0"/>
            </a:endParaRPr>
          </a:p>
        </p:txBody>
      </p:sp>
      <p:sp>
        <p:nvSpPr>
          <p:cNvPr id="12" name="meta">
            <a:extLst>
              <a:ext uri="{FF2B5EF4-FFF2-40B4-BE49-F238E27FC236}">
                <a16:creationId xmlns:a16="http://schemas.microsoft.com/office/drawing/2014/main" id="{EB9458FA-AA6E-1E7F-F91D-92624C8C6EF3}"/>
              </a:ext>
            </a:extLst>
          </p:cNvPr>
          <p:cNvSpPr txBox="1"/>
          <p:nvPr/>
        </p:nvSpPr>
        <p:spPr>
          <a:xfrm>
            <a:off x="5054600" y="5029200"/>
            <a:ext cx="4953000" cy="276999"/>
          </a:xfrm>
          <a:prstGeom prst="rect">
            <a:avLst/>
          </a:prstGeom>
          <a:noFill/>
        </p:spPr>
        <p:txBody>
          <a:bodyPr vert="horz" wrap="square" lIns="0" tIns="0" rIns="0" bIns="0" rtlCol="0">
            <a:noAutofit/>
          </a:bodyPr>
          <a:lstStyle/>
          <a:p>
            <a:r>
              <a:rPr lang="en-US" altLang="zh-CN" sz="920">
                <a:solidFill>
                  <a:srgbClr val="D6E5FA"/>
                </a:solidFill>
                <a:latin typeface="Aptos" panose="020B0004020202020204" pitchFamily="34" charset="0"/>
              </a:rPr>
              <a:t>Haoyi Zhang | 2254912
Supervisor: Md Maruf Hasan
Viva: 21 May 2026</a:t>
            </a:r>
            <a:endParaRPr lang="zh-CN" altLang="en-US" sz="920">
              <a:solidFill>
                <a:srgbClr val="D6E5FA"/>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661A6561-5C96-22B4-248B-776E7739215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 y="1168400"/>
            <a:ext cx="1219200" cy="1219200"/>
          </a:xfrm>
          <a:prstGeom prst="rect">
            <a:avLst/>
          </a:prstGeom>
        </p:spPr>
      </p:pic>
      <p:sp>
        <p:nvSpPr>
          <p:cNvPr id="15" name="artifact">
            <a:extLst>
              <a:ext uri="{FF2B5EF4-FFF2-40B4-BE49-F238E27FC236}">
                <a16:creationId xmlns:a16="http://schemas.microsoft.com/office/drawing/2014/main" id="{5C251E4C-54BE-1F3E-62D7-26009177F3BD}"/>
              </a:ext>
            </a:extLst>
          </p:cNvPr>
          <p:cNvSpPr txBox="1"/>
          <p:nvPr/>
        </p:nvSpPr>
        <p:spPr>
          <a:xfrm>
            <a:off x="914400" y="2667000"/>
            <a:ext cx="2133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Artifact access</a:t>
            </a:r>
            <a:endParaRPr lang="zh-CN" altLang="en-US" sz="820" b="1">
              <a:solidFill>
                <a:srgbClr val="FFFFFF"/>
              </a:solidFill>
              <a:latin typeface="Aptos" panose="020B0004020202020204" pitchFamily="34" charset="0"/>
            </a:endParaRPr>
          </a:p>
        </p:txBody>
      </p:sp>
      <p:sp>
        <p:nvSpPr>
          <p:cNvPr id="16" name="artifact2">
            <a:extLst>
              <a:ext uri="{FF2B5EF4-FFF2-40B4-BE49-F238E27FC236}">
                <a16:creationId xmlns:a16="http://schemas.microsoft.com/office/drawing/2014/main" id="{5FC95DE0-DF09-F550-4B77-937CA3DA8FDA}"/>
              </a:ext>
            </a:extLst>
          </p:cNvPr>
          <p:cNvSpPr txBox="1"/>
          <p:nvPr/>
        </p:nvSpPr>
        <p:spPr>
          <a:xfrm>
            <a:off x="914400" y="2984500"/>
            <a:ext cx="2336800" cy="276999"/>
          </a:xfrm>
          <a:prstGeom prst="rect">
            <a:avLst/>
          </a:prstGeom>
          <a:noFill/>
        </p:spPr>
        <p:txBody>
          <a:bodyPr vert="horz" wrap="square" lIns="0" tIns="0" rIns="0" bIns="0" rtlCol="0">
            <a:noAutofit/>
          </a:bodyPr>
          <a:lstStyle/>
          <a:p>
            <a:r>
              <a:rPr lang="en-US" altLang="zh-CN" sz="810">
                <a:solidFill>
                  <a:srgbClr val="D6E5FA"/>
                </a:solidFill>
                <a:latin typeface="Aptos" panose="020B0004020202020204" pitchFamily="34" charset="0"/>
              </a:rPr>
              <a:t>Project page, repository, claim boundaries, and viva materials.</a:t>
            </a:r>
            <a:endParaRPr lang="zh-CN" altLang="en-US" sz="810">
              <a:solidFill>
                <a:srgbClr val="D6E5FA"/>
              </a:solidFill>
              <a:latin typeface="Aptos" panose="020B0004020202020204" pitchFamily="34" charset="0"/>
            </a:endParaRPr>
          </a:p>
        </p:txBody>
      </p:sp>
      <p:sp>
        <p:nvSpPr>
          <p:cNvPr id="17" name="cover-page">
            <a:hlinkClick r:id="rId4"/>
            <a:extLst>
              <a:ext uri="{FF2B5EF4-FFF2-40B4-BE49-F238E27FC236}">
                <a16:creationId xmlns:a16="http://schemas.microsoft.com/office/drawing/2014/main" id="{A790A9C5-001D-4DA6-3C41-83B645D35EEE}"/>
              </a:ext>
            </a:extLst>
          </p:cNvPr>
          <p:cNvSpPr/>
          <p:nvPr/>
        </p:nvSpPr>
        <p:spPr>
          <a:xfrm>
            <a:off x="914400" y="37846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cover-repo">
            <a:hlinkClick r:id="rId6"/>
            <a:extLst>
              <a:ext uri="{FF2B5EF4-FFF2-40B4-BE49-F238E27FC236}">
                <a16:creationId xmlns:a16="http://schemas.microsoft.com/office/drawing/2014/main" id="{90F725F2-64BD-F7F9-D2E1-7A52608F3C28}"/>
              </a:ext>
            </a:extLst>
          </p:cNvPr>
          <p:cNvSpPr/>
          <p:nvPr/>
        </p:nvSpPr>
        <p:spPr>
          <a:xfrm>
            <a:off x="2159000" y="37846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9" name="cover-flow-0">
            <a:extLst>
              <a:ext uri="{FF2B5EF4-FFF2-40B4-BE49-F238E27FC236}">
                <a16:creationId xmlns:a16="http://schemas.microsoft.com/office/drawing/2014/main" id="{1908646B-B676-FF76-F380-359018B60890}"/>
              </a:ext>
            </a:extLst>
          </p:cNvPr>
          <p:cNvSpPr/>
          <p:nvPr/>
        </p:nvSpPr>
        <p:spPr>
          <a:xfrm>
            <a:off x="914400" y="4724400"/>
            <a:ext cx="5842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over-flow-n-0">
            <a:extLst>
              <a:ext uri="{FF2B5EF4-FFF2-40B4-BE49-F238E27FC236}">
                <a16:creationId xmlns:a16="http://schemas.microsoft.com/office/drawing/2014/main" id="{DDF2E200-290E-0B60-A204-55E1A37E2FE8}"/>
              </a:ext>
            </a:extLst>
          </p:cNvPr>
          <p:cNvSpPr txBox="1"/>
          <p:nvPr/>
        </p:nvSpPr>
        <p:spPr>
          <a:xfrm>
            <a:off x="11049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01</a:t>
            </a:r>
            <a:endParaRPr lang="zh-CN" altLang="en-US" sz="700" b="1">
              <a:solidFill>
                <a:srgbClr val="FFFFFF"/>
              </a:solidFill>
              <a:latin typeface="Aptos" panose="020B0004020202020204" pitchFamily="34" charset="0"/>
            </a:endParaRPr>
          </a:p>
        </p:txBody>
      </p:sp>
      <p:sp>
        <p:nvSpPr>
          <p:cNvPr id="21" name="cover-flow-t-0">
            <a:extLst>
              <a:ext uri="{FF2B5EF4-FFF2-40B4-BE49-F238E27FC236}">
                <a16:creationId xmlns:a16="http://schemas.microsoft.com/office/drawing/2014/main" id="{8B4BE16D-4EEC-83B6-0954-62B4FD696F29}"/>
              </a:ext>
            </a:extLst>
          </p:cNvPr>
          <p:cNvSpPr txBox="1"/>
          <p:nvPr/>
        </p:nvSpPr>
        <p:spPr>
          <a:xfrm>
            <a:off x="8890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Admit</a:t>
            </a:r>
            <a:endParaRPr lang="zh-CN" altLang="en-US" sz="620" b="1">
              <a:solidFill>
                <a:srgbClr val="D6E5FA"/>
              </a:solidFill>
              <a:latin typeface="Aptos" panose="020B0004020202020204" pitchFamily="34" charset="0"/>
            </a:endParaRPr>
          </a:p>
        </p:txBody>
      </p:sp>
      <p:cxnSp>
        <p:nvCxnSpPr>
          <p:cNvPr id="22" name="cover-flow-a-0">
            <a:extLst>
              <a:ext uri="{FF2B5EF4-FFF2-40B4-BE49-F238E27FC236}">
                <a16:creationId xmlns:a16="http://schemas.microsoft.com/office/drawing/2014/main" id="{B9DCB32D-7403-5B50-72AD-487B7FC7AFE4}"/>
              </a:ext>
            </a:extLst>
          </p:cNvPr>
          <p:cNvCxnSpPr/>
          <p:nvPr/>
        </p:nvCxnSpPr>
        <p:spPr>
          <a:xfrm>
            <a:off x="15240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3" name="cover-flow-1">
            <a:extLst>
              <a:ext uri="{FF2B5EF4-FFF2-40B4-BE49-F238E27FC236}">
                <a16:creationId xmlns:a16="http://schemas.microsoft.com/office/drawing/2014/main" id="{91E85515-D07F-172E-85F6-BCC99DB977C7}"/>
              </a:ext>
            </a:extLst>
          </p:cNvPr>
          <p:cNvSpPr/>
          <p:nvPr/>
        </p:nvSpPr>
        <p:spPr>
          <a:xfrm>
            <a:off x="1727200" y="4724400"/>
            <a:ext cx="584200" cy="5842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over-flow-n-1">
            <a:extLst>
              <a:ext uri="{FF2B5EF4-FFF2-40B4-BE49-F238E27FC236}">
                <a16:creationId xmlns:a16="http://schemas.microsoft.com/office/drawing/2014/main" id="{0927321D-5902-A610-437E-A642A634A588}"/>
              </a:ext>
            </a:extLst>
          </p:cNvPr>
          <p:cNvSpPr txBox="1"/>
          <p:nvPr/>
        </p:nvSpPr>
        <p:spPr>
          <a:xfrm>
            <a:off x="19177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02</a:t>
            </a:r>
            <a:endParaRPr lang="zh-CN" altLang="en-US" sz="700" b="1">
              <a:solidFill>
                <a:srgbClr val="FFFFFF"/>
              </a:solidFill>
              <a:latin typeface="Aptos" panose="020B0004020202020204" pitchFamily="34" charset="0"/>
            </a:endParaRPr>
          </a:p>
        </p:txBody>
      </p:sp>
      <p:sp>
        <p:nvSpPr>
          <p:cNvPr id="25" name="cover-flow-t-1">
            <a:extLst>
              <a:ext uri="{FF2B5EF4-FFF2-40B4-BE49-F238E27FC236}">
                <a16:creationId xmlns:a16="http://schemas.microsoft.com/office/drawing/2014/main" id="{67736417-016C-0CEC-7673-F9B13A54696D}"/>
              </a:ext>
            </a:extLst>
          </p:cNvPr>
          <p:cNvSpPr txBox="1"/>
          <p:nvPr/>
        </p:nvSpPr>
        <p:spPr>
          <a:xfrm>
            <a:off x="17018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Control</a:t>
            </a:r>
            <a:endParaRPr lang="zh-CN" altLang="en-US" sz="620" b="1">
              <a:solidFill>
                <a:srgbClr val="D6E5FA"/>
              </a:solidFill>
              <a:latin typeface="Aptos" panose="020B0004020202020204" pitchFamily="34" charset="0"/>
            </a:endParaRPr>
          </a:p>
        </p:txBody>
      </p:sp>
      <p:cxnSp>
        <p:nvCxnSpPr>
          <p:cNvPr id="26" name="cover-flow-a-1">
            <a:extLst>
              <a:ext uri="{FF2B5EF4-FFF2-40B4-BE49-F238E27FC236}">
                <a16:creationId xmlns:a16="http://schemas.microsoft.com/office/drawing/2014/main" id="{76CDCB16-3753-D201-346A-9C036F2EC07E}"/>
              </a:ext>
            </a:extLst>
          </p:cNvPr>
          <p:cNvCxnSpPr/>
          <p:nvPr/>
        </p:nvCxnSpPr>
        <p:spPr>
          <a:xfrm>
            <a:off x="23368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7" name="cover-flow-2">
            <a:extLst>
              <a:ext uri="{FF2B5EF4-FFF2-40B4-BE49-F238E27FC236}">
                <a16:creationId xmlns:a16="http://schemas.microsoft.com/office/drawing/2014/main" id="{A1CADF16-0AFE-E693-511F-D0F6834F8C5D}"/>
              </a:ext>
            </a:extLst>
          </p:cNvPr>
          <p:cNvSpPr/>
          <p:nvPr/>
        </p:nvSpPr>
        <p:spPr>
          <a:xfrm>
            <a:off x="2540000" y="4724400"/>
            <a:ext cx="5842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over-flow-n-2">
            <a:extLst>
              <a:ext uri="{FF2B5EF4-FFF2-40B4-BE49-F238E27FC236}">
                <a16:creationId xmlns:a16="http://schemas.microsoft.com/office/drawing/2014/main" id="{2812F893-4A22-A19F-9495-79282DD32E57}"/>
              </a:ext>
            </a:extLst>
          </p:cNvPr>
          <p:cNvSpPr txBox="1"/>
          <p:nvPr/>
        </p:nvSpPr>
        <p:spPr>
          <a:xfrm>
            <a:off x="27305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03</a:t>
            </a:r>
            <a:endParaRPr lang="zh-CN" altLang="en-US" sz="700" b="1">
              <a:solidFill>
                <a:srgbClr val="FFFFFF"/>
              </a:solidFill>
              <a:latin typeface="Aptos" panose="020B0004020202020204" pitchFamily="34" charset="0"/>
            </a:endParaRPr>
          </a:p>
        </p:txBody>
      </p:sp>
      <p:sp>
        <p:nvSpPr>
          <p:cNvPr id="29" name="cover-flow-t-2">
            <a:extLst>
              <a:ext uri="{FF2B5EF4-FFF2-40B4-BE49-F238E27FC236}">
                <a16:creationId xmlns:a16="http://schemas.microsoft.com/office/drawing/2014/main" id="{6C50D13F-4899-00AE-C7D1-55C2D8A37230}"/>
              </a:ext>
            </a:extLst>
          </p:cNvPr>
          <p:cNvSpPr txBox="1"/>
          <p:nvPr/>
        </p:nvSpPr>
        <p:spPr>
          <a:xfrm>
            <a:off x="25146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Hash</a:t>
            </a:r>
            <a:endParaRPr lang="zh-CN" altLang="en-US" sz="620" b="1">
              <a:solidFill>
                <a:srgbClr val="D6E5FA"/>
              </a:solidFill>
              <a:latin typeface="Aptos" panose="020B0004020202020204" pitchFamily="34" charset="0"/>
            </a:endParaRPr>
          </a:p>
        </p:txBody>
      </p:sp>
      <p:cxnSp>
        <p:nvCxnSpPr>
          <p:cNvPr id="30" name="cover-flow-a-2">
            <a:extLst>
              <a:ext uri="{FF2B5EF4-FFF2-40B4-BE49-F238E27FC236}">
                <a16:creationId xmlns:a16="http://schemas.microsoft.com/office/drawing/2014/main" id="{701B602E-B632-1AAB-48C4-966D470907B4}"/>
              </a:ext>
            </a:extLst>
          </p:cNvPr>
          <p:cNvCxnSpPr/>
          <p:nvPr/>
        </p:nvCxnSpPr>
        <p:spPr>
          <a:xfrm>
            <a:off x="31496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31" name="cover-flow-3">
            <a:extLst>
              <a:ext uri="{FF2B5EF4-FFF2-40B4-BE49-F238E27FC236}">
                <a16:creationId xmlns:a16="http://schemas.microsoft.com/office/drawing/2014/main" id="{3C4DF738-0E62-3CBF-4836-7B46707864E7}"/>
              </a:ext>
            </a:extLst>
          </p:cNvPr>
          <p:cNvSpPr/>
          <p:nvPr/>
        </p:nvSpPr>
        <p:spPr>
          <a:xfrm>
            <a:off x="3352800" y="4724400"/>
            <a:ext cx="5842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cover-flow-n-3">
            <a:extLst>
              <a:ext uri="{FF2B5EF4-FFF2-40B4-BE49-F238E27FC236}">
                <a16:creationId xmlns:a16="http://schemas.microsoft.com/office/drawing/2014/main" id="{17951DD3-1BC7-4AED-AF31-37C12E8C4DC4}"/>
              </a:ext>
            </a:extLst>
          </p:cNvPr>
          <p:cNvSpPr txBox="1"/>
          <p:nvPr/>
        </p:nvSpPr>
        <p:spPr>
          <a:xfrm>
            <a:off x="35433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04</a:t>
            </a:r>
            <a:endParaRPr lang="zh-CN" altLang="en-US" sz="700" b="1">
              <a:solidFill>
                <a:srgbClr val="FFFFFF"/>
              </a:solidFill>
              <a:latin typeface="Aptos" panose="020B0004020202020204" pitchFamily="34" charset="0"/>
            </a:endParaRPr>
          </a:p>
        </p:txBody>
      </p:sp>
      <p:sp>
        <p:nvSpPr>
          <p:cNvPr id="33" name="cover-flow-t-3">
            <a:extLst>
              <a:ext uri="{FF2B5EF4-FFF2-40B4-BE49-F238E27FC236}">
                <a16:creationId xmlns:a16="http://schemas.microsoft.com/office/drawing/2014/main" id="{C3DA4E22-A7B4-2E09-5627-C77AA6DBAED2}"/>
              </a:ext>
            </a:extLst>
          </p:cNvPr>
          <p:cNvSpPr txBox="1"/>
          <p:nvPr/>
        </p:nvSpPr>
        <p:spPr>
          <a:xfrm>
            <a:off x="33274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Claim</a:t>
            </a:r>
            <a:endParaRPr lang="zh-CN" altLang="en-US" sz="620" b="1">
              <a:solidFill>
                <a:srgbClr val="D6E5FA"/>
              </a:solidFill>
              <a:latin typeface="Aptos" panose="020B0004020202020204" pitchFamily="34" charset="0"/>
            </a:endParaRPr>
          </a:p>
        </p:txBody>
      </p:sp>
      <p:sp>
        <p:nvSpPr>
          <p:cNvPr id="34" name="footer-hit-1">
            <a:hlinkClick r:id="rId4"/>
            <a:extLst>
              <a:ext uri="{FF2B5EF4-FFF2-40B4-BE49-F238E27FC236}">
                <a16:creationId xmlns:a16="http://schemas.microsoft.com/office/drawing/2014/main" id="{81D5EB5B-72EC-8E2B-9196-EF10EB47E36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1879174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89A319E-C342-D022-BFFE-8019981D1B8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3A61E079-333A-803E-3EEA-DDF727678C58}"/>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EE6FE06B-6EDD-0687-DF9B-C6638F816E9B}"/>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55425058-F7A7-865F-6796-E57CE66E7B6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PROBLEM</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BE074EE8-209A-5DDD-BA03-E141E5B33D03}"/>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A8AB87E6-1E2B-F3FA-036D-FFEA49AA540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C7AC92E5-0F50-D48E-41CE-66B613CD2A3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4D7CBCD-C46A-75CD-B2B9-3AFD04E344C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EE001E41-4438-5C19-E309-1B7B66B36FC6}"/>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Generated code moves after the model session.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493CBFE3-D758-6B00-CBB9-2EF980DE4E07}"/>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Once code is edited and reused, the original generation context is no longer available.</a:t>
            </a:r>
            <a:endParaRPr lang="zh-CN" altLang="en-US" sz="930">
              <a:solidFill>
                <a:srgbClr val="4A5B78"/>
              </a:solidFill>
              <a:latin typeface="Aptos" panose="020B0004020202020204" pitchFamily="34" charset="0"/>
            </a:endParaRPr>
          </a:p>
        </p:txBody>
      </p:sp>
      <p:sp>
        <p:nvSpPr>
          <p:cNvPr id="13" name="code-before">
            <a:extLst>
              <a:ext uri="{FF2B5EF4-FFF2-40B4-BE49-F238E27FC236}">
                <a16:creationId xmlns:a16="http://schemas.microsoft.com/office/drawing/2014/main" id="{969FBFAA-843E-2082-1639-7C19642C70A2}"/>
              </a:ext>
            </a:extLst>
          </p:cNvPr>
          <p:cNvSpPr/>
          <p:nvPr/>
        </p:nvSpPr>
        <p:spPr>
          <a:xfrm>
            <a:off x="914400" y="1981200"/>
            <a:ext cx="3454400" cy="2717800"/>
          </a:xfrm>
          <a:prstGeom prst="rect">
            <a:avLst/>
          </a:prstGeom>
          <a:solidFill>
            <a:srgbClr val="03091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de-title">
            <a:extLst>
              <a:ext uri="{FF2B5EF4-FFF2-40B4-BE49-F238E27FC236}">
                <a16:creationId xmlns:a16="http://schemas.microsoft.com/office/drawing/2014/main" id="{A5349700-3951-C7F8-AF10-09F7C6562847}"/>
              </a:ext>
            </a:extLst>
          </p:cNvPr>
          <p:cNvSpPr txBox="1"/>
          <p:nvPr/>
        </p:nvSpPr>
        <p:spPr>
          <a:xfrm>
            <a:off x="1219200" y="2260600"/>
            <a:ext cx="1524000" cy="276999"/>
          </a:xfrm>
          <a:prstGeom prst="rect">
            <a:avLst/>
          </a:prstGeom>
          <a:noFill/>
        </p:spPr>
        <p:txBody>
          <a:bodyPr vert="horz" wrap="square" lIns="0" tIns="0" rIns="0" bIns="0" rtlCol="0">
            <a:noAutofit/>
          </a:bodyPr>
          <a:lstStyle/>
          <a:p>
            <a:r>
              <a:rPr lang="en-US" altLang="zh-CN" sz="740" b="1">
                <a:solidFill>
                  <a:srgbClr val="A5C6EB"/>
                </a:solidFill>
                <a:latin typeface="Aptos" panose="020B0004020202020204" pitchFamily="34" charset="0"/>
              </a:rPr>
              <a:t>model output</a:t>
            </a:r>
            <a:endParaRPr lang="zh-CN" altLang="en-US" sz="740" b="1">
              <a:solidFill>
                <a:srgbClr val="A5C6EB"/>
              </a:solidFill>
              <a:latin typeface="Aptos" panose="020B0004020202020204" pitchFamily="34" charset="0"/>
            </a:endParaRPr>
          </a:p>
        </p:txBody>
      </p:sp>
      <p:sp>
        <p:nvSpPr>
          <p:cNvPr id="15" name="code">
            <a:extLst>
              <a:ext uri="{FF2B5EF4-FFF2-40B4-BE49-F238E27FC236}">
                <a16:creationId xmlns:a16="http://schemas.microsoft.com/office/drawing/2014/main" id="{02C65AF2-7724-7DDD-5748-3B6A646A898F}"/>
              </a:ext>
            </a:extLst>
          </p:cNvPr>
          <p:cNvSpPr txBox="1"/>
          <p:nvPr/>
        </p:nvSpPr>
        <p:spPr>
          <a:xfrm>
            <a:off x="1219200" y="2667000"/>
            <a:ext cx="2667000" cy="276999"/>
          </a:xfrm>
          <a:prstGeom prst="rect">
            <a:avLst/>
          </a:prstGeom>
          <a:noFill/>
        </p:spPr>
        <p:txBody>
          <a:bodyPr vert="horz" wrap="square" lIns="0" tIns="0" rIns="0" bIns="0" rtlCol="0">
            <a:noAutofit/>
          </a:bodyPr>
          <a:lstStyle/>
          <a:p>
            <a:r>
              <a:rPr lang="en-US" altLang="zh-CN" sz="1300">
                <a:solidFill>
                  <a:srgbClr val="FFFFFF"/>
                </a:solidFill>
                <a:latin typeface="Consolas" panose="020B0609020204030204" pitchFamily="49" charset="0"/>
              </a:rPr>
              <a:t>def normalize_name(s):
    y = s.strip().lower()
    return y.replace('_', '-')</a:t>
            </a:r>
            <a:endParaRPr lang="zh-CN" altLang="en-US" sz="1300">
              <a:solidFill>
                <a:srgbClr val="FFFFFF"/>
              </a:solidFill>
              <a:latin typeface="Consolas" panose="020B0609020204030204" pitchFamily="49" charset="0"/>
            </a:endParaRPr>
          </a:p>
        </p:txBody>
      </p:sp>
      <p:sp>
        <p:nvSpPr>
          <p:cNvPr id="16" name="code-note">
            <a:extLst>
              <a:ext uri="{FF2B5EF4-FFF2-40B4-BE49-F238E27FC236}">
                <a16:creationId xmlns:a16="http://schemas.microsoft.com/office/drawing/2014/main" id="{4127329A-49AB-0E07-EDEF-2026583258A8}"/>
              </a:ext>
            </a:extLst>
          </p:cNvPr>
          <p:cNvSpPr txBox="1"/>
          <p:nvPr/>
        </p:nvSpPr>
        <p:spPr>
          <a:xfrm>
            <a:off x="1219200" y="4089400"/>
            <a:ext cx="2616200" cy="276999"/>
          </a:xfrm>
          <a:prstGeom prst="rect">
            <a:avLst/>
          </a:prstGeom>
          <a:noFill/>
        </p:spPr>
        <p:txBody>
          <a:bodyPr vert="horz" wrap="square" lIns="0" tIns="0" rIns="0" bIns="0" rtlCol="0">
            <a:noAutofit/>
          </a:bodyPr>
          <a:lstStyle/>
          <a:p>
            <a:r>
              <a:rPr lang="en-US" altLang="zh-CN" sz="820">
                <a:solidFill>
                  <a:srgbClr val="C4D4E8"/>
                </a:solidFill>
                <a:latin typeface="Aptos" panose="020B0004020202020204" pitchFamily="34" charset="0"/>
              </a:rPr>
              <a:t>The snippet can be copied, edited, translated, or merged into a larger repository.</a:t>
            </a:r>
            <a:endParaRPr lang="zh-CN" altLang="en-US" sz="820">
              <a:solidFill>
                <a:srgbClr val="C4D4E8"/>
              </a:solidFill>
              <a:latin typeface="Aptos" panose="020B0004020202020204" pitchFamily="34" charset="0"/>
            </a:endParaRPr>
          </a:p>
        </p:txBody>
      </p:sp>
      <p:sp>
        <p:nvSpPr>
          <p:cNvPr id="17" name="step-0">
            <a:extLst>
              <a:ext uri="{FF2B5EF4-FFF2-40B4-BE49-F238E27FC236}">
                <a16:creationId xmlns:a16="http://schemas.microsoft.com/office/drawing/2014/main" id="{AA76FB02-D209-A810-48B6-065C0E0AD172}"/>
              </a:ext>
            </a:extLst>
          </p:cNvPr>
          <p:cNvSpPr/>
          <p:nvPr/>
        </p:nvSpPr>
        <p:spPr>
          <a:xfrm>
            <a:off x="5334000" y="2425700"/>
            <a:ext cx="1219200" cy="1041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step-t-0">
            <a:extLst>
              <a:ext uri="{FF2B5EF4-FFF2-40B4-BE49-F238E27FC236}">
                <a16:creationId xmlns:a16="http://schemas.microsoft.com/office/drawing/2014/main" id="{3AFE47AE-C74D-A390-71DB-4E92007DC43A}"/>
              </a:ext>
            </a:extLst>
          </p:cNvPr>
          <p:cNvSpPr txBox="1"/>
          <p:nvPr/>
        </p:nvSpPr>
        <p:spPr>
          <a:xfrm>
            <a:off x="5511800" y="2692400"/>
            <a:ext cx="863600" cy="276999"/>
          </a:xfrm>
          <a:prstGeom prst="rect">
            <a:avLst/>
          </a:prstGeom>
          <a:noFill/>
        </p:spPr>
        <p:txBody>
          <a:bodyPr vert="horz" wrap="square" lIns="0" tIns="0" rIns="0" bIns="0" rtlCol="0">
            <a:noAutofit/>
          </a:bodyPr>
          <a:lstStyle/>
          <a:p>
            <a:r>
              <a:rPr lang="en-US" altLang="zh-CN" sz="1150" b="1">
                <a:solidFill>
                  <a:srgbClr val="FFFFFF"/>
                </a:solidFill>
                <a:latin typeface="Aptos" panose="020B0004020202020204" pitchFamily="34" charset="0"/>
              </a:rPr>
              <a:t>Generate</a:t>
            </a:r>
            <a:endParaRPr lang="zh-CN" altLang="en-US" sz="1150" b="1">
              <a:solidFill>
                <a:srgbClr val="FFFFFF"/>
              </a:solidFill>
              <a:latin typeface="Aptos" panose="020B0004020202020204" pitchFamily="34" charset="0"/>
            </a:endParaRPr>
          </a:p>
        </p:txBody>
      </p:sp>
      <p:sp>
        <p:nvSpPr>
          <p:cNvPr id="19" name="step-s-0">
            <a:extLst>
              <a:ext uri="{FF2B5EF4-FFF2-40B4-BE49-F238E27FC236}">
                <a16:creationId xmlns:a16="http://schemas.microsoft.com/office/drawing/2014/main" id="{2276CCFF-8971-9C5D-A7A8-F2F34ACD017F}"/>
              </a:ext>
            </a:extLst>
          </p:cNvPr>
          <p:cNvSpPr txBox="1"/>
          <p:nvPr/>
        </p:nvSpPr>
        <p:spPr>
          <a:xfrm>
            <a:off x="5511800" y="3048000"/>
            <a:ext cx="863600" cy="276999"/>
          </a:xfrm>
          <a:prstGeom prst="rect">
            <a:avLst/>
          </a:prstGeom>
          <a:noFill/>
        </p:spPr>
        <p:txBody>
          <a:bodyPr vert="horz" wrap="square" lIns="0" tIns="0" rIns="0" bIns="0" rtlCol="0">
            <a:noAutofit/>
          </a:bodyPr>
          <a:lstStyle/>
          <a:p>
            <a:r>
              <a:rPr lang="en-US" altLang="zh-CN" sz="740">
                <a:solidFill>
                  <a:srgbClr val="FFFFFF"/>
                </a:solidFill>
                <a:latin typeface="Aptos" panose="020B0004020202020204" pitchFamily="34" charset="0"/>
              </a:rPr>
              <a:t>model session</a:t>
            </a:r>
            <a:endParaRPr lang="zh-CN" altLang="en-US" sz="740">
              <a:solidFill>
                <a:srgbClr val="FFFFFF"/>
              </a:solidFill>
              <a:latin typeface="Aptos" panose="020B0004020202020204" pitchFamily="34" charset="0"/>
            </a:endParaRPr>
          </a:p>
        </p:txBody>
      </p:sp>
      <p:cxnSp>
        <p:nvCxnSpPr>
          <p:cNvPr id="20" name="step-a-0">
            <a:extLst>
              <a:ext uri="{FF2B5EF4-FFF2-40B4-BE49-F238E27FC236}">
                <a16:creationId xmlns:a16="http://schemas.microsoft.com/office/drawing/2014/main" id="{25868DC3-E045-53B5-3651-8B958F9E5485}"/>
              </a:ext>
            </a:extLst>
          </p:cNvPr>
          <p:cNvCxnSpPr/>
          <p:nvPr/>
        </p:nvCxnSpPr>
        <p:spPr>
          <a:xfrm>
            <a:off x="6616700" y="2946400"/>
            <a:ext cx="4445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1" name="step-1">
            <a:extLst>
              <a:ext uri="{FF2B5EF4-FFF2-40B4-BE49-F238E27FC236}">
                <a16:creationId xmlns:a16="http://schemas.microsoft.com/office/drawing/2014/main" id="{1BC7382C-930B-7E82-CD11-901FDF3757BD}"/>
              </a:ext>
            </a:extLst>
          </p:cNvPr>
          <p:cNvSpPr/>
          <p:nvPr/>
        </p:nvSpPr>
        <p:spPr>
          <a:xfrm>
            <a:off x="7175500" y="2425700"/>
            <a:ext cx="1219200" cy="1041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step-t-1">
            <a:extLst>
              <a:ext uri="{FF2B5EF4-FFF2-40B4-BE49-F238E27FC236}">
                <a16:creationId xmlns:a16="http://schemas.microsoft.com/office/drawing/2014/main" id="{4531A386-837D-F3BA-46ED-B62418502DB2}"/>
              </a:ext>
            </a:extLst>
          </p:cNvPr>
          <p:cNvSpPr txBox="1"/>
          <p:nvPr/>
        </p:nvSpPr>
        <p:spPr>
          <a:xfrm>
            <a:off x="7353300" y="2692400"/>
            <a:ext cx="863600" cy="276999"/>
          </a:xfrm>
          <a:prstGeom prst="rect">
            <a:avLst/>
          </a:prstGeom>
          <a:noFill/>
        </p:spPr>
        <p:txBody>
          <a:bodyPr vert="horz" wrap="square" lIns="0" tIns="0" rIns="0" bIns="0" rtlCol="0">
            <a:noAutofit/>
          </a:bodyPr>
          <a:lstStyle/>
          <a:p>
            <a:r>
              <a:rPr lang="en-US" altLang="zh-CN" sz="1150" b="1">
                <a:solidFill>
                  <a:srgbClr val="FFFFFF"/>
                </a:solidFill>
                <a:latin typeface="Aptos" panose="020B0004020202020204" pitchFamily="34" charset="0"/>
              </a:rPr>
              <a:t>Edit</a:t>
            </a:r>
            <a:endParaRPr lang="zh-CN" altLang="en-US" sz="1150" b="1">
              <a:solidFill>
                <a:srgbClr val="FFFFFF"/>
              </a:solidFill>
              <a:latin typeface="Aptos" panose="020B0004020202020204" pitchFamily="34" charset="0"/>
            </a:endParaRPr>
          </a:p>
        </p:txBody>
      </p:sp>
      <p:sp>
        <p:nvSpPr>
          <p:cNvPr id="23" name="step-s-1">
            <a:extLst>
              <a:ext uri="{FF2B5EF4-FFF2-40B4-BE49-F238E27FC236}">
                <a16:creationId xmlns:a16="http://schemas.microsoft.com/office/drawing/2014/main" id="{D15EB7AF-2BB9-61C2-1A77-442409CFBEF5}"/>
              </a:ext>
            </a:extLst>
          </p:cNvPr>
          <p:cNvSpPr txBox="1"/>
          <p:nvPr/>
        </p:nvSpPr>
        <p:spPr>
          <a:xfrm>
            <a:off x="7353300" y="3048000"/>
            <a:ext cx="863600" cy="276999"/>
          </a:xfrm>
          <a:prstGeom prst="rect">
            <a:avLst/>
          </a:prstGeom>
          <a:noFill/>
        </p:spPr>
        <p:txBody>
          <a:bodyPr vert="horz" wrap="square" lIns="0" tIns="0" rIns="0" bIns="0" rtlCol="0">
            <a:noAutofit/>
          </a:bodyPr>
          <a:lstStyle/>
          <a:p>
            <a:r>
              <a:rPr lang="en-US" altLang="zh-CN" sz="740">
                <a:solidFill>
                  <a:srgbClr val="FFFFFF"/>
                </a:solidFill>
                <a:latin typeface="Aptos" panose="020B0004020202020204" pitchFamily="34" charset="0"/>
              </a:rPr>
              <a:t>human rewrite</a:t>
            </a:r>
            <a:endParaRPr lang="zh-CN" altLang="en-US" sz="740">
              <a:solidFill>
                <a:srgbClr val="FFFFFF"/>
              </a:solidFill>
              <a:latin typeface="Aptos" panose="020B0004020202020204" pitchFamily="34" charset="0"/>
            </a:endParaRPr>
          </a:p>
        </p:txBody>
      </p:sp>
      <p:cxnSp>
        <p:nvCxnSpPr>
          <p:cNvPr id="24" name="step-a-1">
            <a:extLst>
              <a:ext uri="{FF2B5EF4-FFF2-40B4-BE49-F238E27FC236}">
                <a16:creationId xmlns:a16="http://schemas.microsoft.com/office/drawing/2014/main" id="{5152A3EF-BD9C-B8AA-4A31-194A7F982F6B}"/>
              </a:ext>
            </a:extLst>
          </p:cNvPr>
          <p:cNvCxnSpPr/>
          <p:nvPr/>
        </p:nvCxnSpPr>
        <p:spPr>
          <a:xfrm>
            <a:off x="8458200" y="2946400"/>
            <a:ext cx="4445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5" name="step-2">
            <a:extLst>
              <a:ext uri="{FF2B5EF4-FFF2-40B4-BE49-F238E27FC236}">
                <a16:creationId xmlns:a16="http://schemas.microsoft.com/office/drawing/2014/main" id="{EAF2EE19-31C8-06E7-C33A-E1064C61C665}"/>
              </a:ext>
            </a:extLst>
          </p:cNvPr>
          <p:cNvSpPr/>
          <p:nvPr/>
        </p:nvSpPr>
        <p:spPr>
          <a:xfrm>
            <a:off x="9017000" y="2425700"/>
            <a:ext cx="1219200" cy="1041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ep-t-2">
            <a:extLst>
              <a:ext uri="{FF2B5EF4-FFF2-40B4-BE49-F238E27FC236}">
                <a16:creationId xmlns:a16="http://schemas.microsoft.com/office/drawing/2014/main" id="{DA81936F-173E-AE16-727A-DA88BC29A3D6}"/>
              </a:ext>
            </a:extLst>
          </p:cNvPr>
          <p:cNvSpPr txBox="1"/>
          <p:nvPr/>
        </p:nvSpPr>
        <p:spPr>
          <a:xfrm>
            <a:off x="9194800" y="2692400"/>
            <a:ext cx="863600" cy="276999"/>
          </a:xfrm>
          <a:prstGeom prst="rect">
            <a:avLst/>
          </a:prstGeom>
          <a:noFill/>
        </p:spPr>
        <p:txBody>
          <a:bodyPr vert="horz" wrap="square" lIns="0" tIns="0" rIns="0" bIns="0" rtlCol="0">
            <a:noAutofit/>
          </a:bodyPr>
          <a:lstStyle/>
          <a:p>
            <a:r>
              <a:rPr lang="en-US" altLang="zh-CN" sz="1150" b="1">
                <a:solidFill>
                  <a:srgbClr val="FFFFFF"/>
                </a:solidFill>
                <a:latin typeface="Aptos" panose="020B0004020202020204" pitchFamily="34" charset="0"/>
              </a:rPr>
              <a:t>Reuse</a:t>
            </a:r>
            <a:endParaRPr lang="zh-CN" altLang="en-US" sz="1150" b="1">
              <a:solidFill>
                <a:srgbClr val="FFFFFF"/>
              </a:solidFill>
              <a:latin typeface="Aptos" panose="020B0004020202020204" pitchFamily="34" charset="0"/>
            </a:endParaRPr>
          </a:p>
        </p:txBody>
      </p:sp>
      <p:sp>
        <p:nvSpPr>
          <p:cNvPr id="27" name="step-s-2">
            <a:extLst>
              <a:ext uri="{FF2B5EF4-FFF2-40B4-BE49-F238E27FC236}">
                <a16:creationId xmlns:a16="http://schemas.microsoft.com/office/drawing/2014/main" id="{95A7F695-A6AC-DCEE-2420-55367D912ECB}"/>
              </a:ext>
            </a:extLst>
          </p:cNvPr>
          <p:cNvSpPr txBox="1"/>
          <p:nvPr/>
        </p:nvSpPr>
        <p:spPr>
          <a:xfrm>
            <a:off x="9194800" y="3048000"/>
            <a:ext cx="863600" cy="276999"/>
          </a:xfrm>
          <a:prstGeom prst="rect">
            <a:avLst/>
          </a:prstGeom>
          <a:noFill/>
        </p:spPr>
        <p:txBody>
          <a:bodyPr vert="horz" wrap="square" lIns="0" tIns="0" rIns="0" bIns="0" rtlCol="0">
            <a:noAutofit/>
          </a:bodyPr>
          <a:lstStyle/>
          <a:p>
            <a:r>
              <a:rPr lang="en-US" altLang="zh-CN" sz="740">
                <a:solidFill>
                  <a:srgbClr val="FFFFFF"/>
                </a:solidFill>
                <a:latin typeface="Aptos" panose="020B0004020202020204" pitchFamily="34" charset="0"/>
              </a:rPr>
              <a:t>new repo</a:t>
            </a:r>
            <a:endParaRPr lang="zh-CN" altLang="en-US" sz="740">
              <a:solidFill>
                <a:srgbClr val="FFFFFF"/>
              </a:solidFill>
              <a:latin typeface="Aptos" panose="020B0004020202020204" pitchFamily="34" charset="0"/>
            </a:endParaRPr>
          </a:p>
        </p:txBody>
      </p:sp>
      <p:cxnSp>
        <p:nvCxnSpPr>
          <p:cNvPr id="28" name="step-a-2">
            <a:extLst>
              <a:ext uri="{FF2B5EF4-FFF2-40B4-BE49-F238E27FC236}">
                <a16:creationId xmlns:a16="http://schemas.microsoft.com/office/drawing/2014/main" id="{C75B8F54-BE77-013C-3073-DADFB50DF944}"/>
              </a:ext>
            </a:extLst>
          </p:cNvPr>
          <p:cNvCxnSpPr/>
          <p:nvPr/>
        </p:nvCxnSpPr>
        <p:spPr>
          <a:xfrm>
            <a:off x="10299700" y="2946400"/>
            <a:ext cx="4445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9" name="step-3">
            <a:extLst>
              <a:ext uri="{FF2B5EF4-FFF2-40B4-BE49-F238E27FC236}">
                <a16:creationId xmlns:a16="http://schemas.microsoft.com/office/drawing/2014/main" id="{D2DAC297-43BC-5475-E7F2-B911012DFB39}"/>
              </a:ext>
            </a:extLst>
          </p:cNvPr>
          <p:cNvSpPr/>
          <p:nvPr/>
        </p:nvSpPr>
        <p:spPr>
          <a:xfrm>
            <a:off x="10858500" y="2425700"/>
            <a:ext cx="1219200" cy="1041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step-t-3">
            <a:extLst>
              <a:ext uri="{FF2B5EF4-FFF2-40B4-BE49-F238E27FC236}">
                <a16:creationId xmlns:a16="http://schemas.microsoft.com/office/drawing/2014/main" id="{3CBB5E71-4F07-5F5A-BE8A-4800C9C343F0}"/>
              </a:ext>
            </a:extLst>
          </p:cNvPr>
          <p:cNvSpPr txBox="1"/>
          <p:nvPr/>
        </p:nvSpPr>
        <p:spPr>
          <a:xfrm>
            <a:off x="11036300" y="2692400"/>
            <a:ext cx="863600" cy="276999"/>
          </a:xfrm>
          <a:prstGeom prst="rect">
            <a:avLst/>
          </a:prstGeom>
          <a:noFill/>
        </p:spPr>
        <p:txBody>
          <a:bodyPr vert="horz" wrap="square" lIns="0" tIns="0" rIns="0" bIns="0" rtlCol="0">
            <a:noAutofit/>
          </a:bodyPr>
          <a:lstStyle/>
          <a:p>
            <a:r>
              <a:rPr lang="en-US" altLang="zh-CN" sz="1150" b="1">
                <a:solidFill>
                  <a:srgbClr val="FFFFFF"/>
                </a:solidFill>
                <a:latin typeface="Aptos" panose="020B0004020202020204" pitchFamily="34" charset="0"/>
              </a:rPr>
              <a:t>Audit</a:t>
            </a:r>
            <a:endParaRPr lang="zh-CN" altLang="en-US" sz="1150" b="1">
              <a:solidFill>
                <a:srgbClr val="FFFFFF"/>
              </a:solidFill>
              <a:latin typeface="Aptos" panose="020B0004020202020204" pitchFamily="34" charset="0"/>
            </a:endParaRPr>
          </a:p>
        </p:txBody>
      </p:sp>
      <p:sp>
        <p:nvSpPr>
          <p:cNvPr id="31" name="step-s-3">
            <a:extLst>
              <a:ext uri="{FF2B5EF4-FFF2-40B4-BE49-F238E27FC236}">
                <a16:creationId xmlns:a16="http://schemas.microsoft.com/office/drawing/2014/main" id="{30CA1FED-B424-76EB-715B-123F75246BC6}"/>
              </a:ext>
            </a:extLst>
          </p:cNvPr>
          <p:cNvSpPr txBox="1"/>
          <p:nvPr/>
        </p:nvSpPr>
        <p:spPr>
          <a:xfrm>
            <a:off x="11036300" y="3048000"/>
            <a:ext cx="863600" cy="276999"/>
          </a:xfrm>
          <a:prstGeom prst="rect">
            <a:avLst/>
          </a:prstGeom>
          <a:noFill/>
        </p:spPr>
        <p:txBody>
          <a:bodyPr vert="horz" wrap="square" lIns="0" tIns="0" rIns="0" bIns="0" rtlCol="0">
            <a:noAutofit/>
          </a:bodyPr>
          <a:lstStyle/>
          <a:p>
            <a:r>
              <a:rPr lang="en-US" altLang="zh-CN" sz="740">
                <a:solidFill>
                  <a:srgbClr val="FFFFFF"/>
                </a:solidFill>
                <a:latin typeface="Aptos" panose="020B0004020202020204" pitchFamily="34" charset="0"/>
              </a:rPr>
              <a:t>bounded claim</a:t>
            </a:r>
            <a:endParaRPr lang="zh-CN" altLang="en-US" sz="740">
              <a:solidFill>
                <a:srgbClr val="FFFFFF"/>
              </a:solidFill>
              <a:latin typeface="Aptos" panose="020B0004020202020204" pitchFamily="34" charset="0"/>
            </a:endParaRPr>
          </a:p>
        </p:txBody>
      </p:sp>
      <p:sp>
        <p:nvSpPr>
          <p:cNvPr id="32" name="question">
            <a:extLst>
              <a:ext uri="{FF2B5EF4-FFF2-40B4-BE49-F238E27FC236}">
                <a16:creationId xmlns:a16="http://schemas.microsoft.com/office/drawing/2014/main" id="{B670BB31-67E2-341F-2DD7-AF2083D40F4F}"/>
              </a:ext>
            </a:extLst>
          </p:cNvPr>
          <p:cNvSpPr/>
          <p:nvPr/>
        </p:nvSpPr>
        <p:spPr>
          <a:xfrm>
            <a:off x="2540000" y="5359400"/>
            <a:ext cx="7112000" cy="4572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question-t">
            <a:extLst>
              <a:ext uri="{FF2B5EF4-FFF2-40B4-BE49-F238E27FC236}">
                <a16:creationId xmlns:a16="http://schemas.microsoft.com/office/drawing/2014/main" id="{A34B6D84-7140-3CFC-AFAE-07829BC85457}"/>
              </a:ext>
            </a:extLst>
          </p:cNvPr>
          <p:cNvSpPr txBox="1"/>
          <p:nvPr/>
        </p:nvSpPr>
        <p:spPr>
          <a:xfrm>
            <a:off x="2921000" y="5499100"/>
            <a:ext cx="63500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Question: what can still be claimed after this movement?</a:t>
            </a:r>
            <a:endParaRPr lang="zh-CN" altLang="en-US" sz="820" b="1">
              <a:solidFill>
                <a:srgbClr val="071A3D"/>
              </a:solidFill>
              <a:latin typeface="Aptos" panose="020B0004020202020204" pitchFamily="34" charset="0"/>
            </a:endParaRPr>
          </a:p>
        </p:txBody>
      </p:sp>
      <p:sp>
        <p:nvSpPr>
          <p:cNvPr id="34" name="footer-hit-2">
            <a:hlinkClick r:id="rId4"/>
            <a:extLst>
              <a:ext uri="{FF2B5EF4-FFF2-40B4-BE49-F238E27FC236}">
                <a16:creationId xmlns:a16="http://schemas.microsoft.com/office/drawing/2014/main" id="{12C0C1CC-6C6B-89AF-6299-508BCB095952}"/>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1619923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7E3F25E-F577-5AA7-440B-8FE09E50F9EF}"/>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88C98C34-7D1F-5D10-EC9F-407695A422A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1778699-0CDF-C0DC-155B-7B1287816BA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1A2B2EF-CB1E-6F42-F1C1-5375C9814C75}"/>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RESEARCH GAP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15EC4598-B144-1C35-91F8-3023FB455ABD}"/>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03</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26236675-DEE5-A345-3C0F-900CB8C2694B}"/>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DAE51CC-8257-C49B-3325-806AAE311EB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EFA076C9-FC0D-A628-CB2B-7211F7C8F2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76FEA61B-EF9A-4194-03DE-8553AE6F754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 score is not a claim until evidence is admitted.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FE3F88F-DF66-EEAF-B3EB-8695642FF5B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WatermarkScope separates detector output from what the evaluator is allowed to conclude.</a:t>
            </a:r>
            <a:endParaRPr lang="zh-CN" altLang="en-US" sz="930">
              <a:solidFill>
                <a:srgbClr val="4A5B78"/>
              </a:solidFill>
              <a:latin typeface="Aptos" panose="020B0004020202020204" pitchFamily="34" charset="0"/>
            </a:endParaRPr>
          </a:p>
        </p:txBody>
      </p:sp>
      <p:sp>
        <p:nvSpPr>
          <p:cNvPr id="13" name="scorebox">
            <a:extLst>
              <a:ext uri="{FF2B5EF4-FFF2-40B4-BE49-F238E27FC236}">
                <a16:creationId xmlns:a16="http://schemas.microsoft.com/office/drawing/2014/main" id="{16FBA165-00D0-4D9A-5963-25300F7520FB}"/>
              </a:ext>
            </a:extLst>
          </p:cNvPr>
          <p:cNvSpPr/>
          <p:nvPr/>
        </p:nvSpPr>
        <p:spPr>
          <a:xfrm>
            <a:off x="1041400" y="2159000"/>
            <a:ext cx="3276600" cy="17526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core-k">
            <a:extLst>
              <a:ext uri="{FF2B5EF4-FFF2-40B4-BE49-F238E27FC236}">
                <a16:creationId xmlns:a16="http://schemas.microsoft.com/office/drawing/2014/main" id="{E73222B4-05C5-238A-F79E-06EA0D13D474}"/>
              </a:ext>
            </a:extLst>
          </p:cNvPr>
          <p:cNvSpPr txBox="1"/>
          <p:nvPr/>
        </p:nvSpPr>
        <p:spPr>
          <a:xfrm>
            <a:off x="1422400" y="2463800"/>
            <a:ext cx="1397000" cy="276999"/>
          </a:xfrm>
          <a:prstGeom prst="rect">
            <a:avLst/>
          </a:prstGeom>
          <a:noFill/>
        </p:spPr>
        <p:txBody>
          <a:bodyPr vert="horz" wrap="square" lIns="0" tIns="0" rIns="0" bIns="0" rtlCol="0">
            <a:noAutofit/>
          </a:bodyPr>
          <a:lstStyle/>
          <a:p>
            <a:r>
              <a:rPr lang="en-US" altLang="zh-CN" sz="750" b="1">
                <a:solidFill>
                  <a:srgbClr val="B8293C"/>
                </a:solidFill>
                <a:latin typeface="Aptos" panose="020B0004020202020204" pitchFamily="34" charset="0"/>
              </a:rPr>
              <a:t>shortcut</a:t>
            </a:r>
            <a:endParaRPr lang="zh-CN" altLang="en-US" sz="750" b="1">
              <a:solidFill>
                <a:srgbClr val="B8293C"/>
              </a:solidFill>
              <a:latin typeface="Aptos" panose="020B0004020202020204" pitchFamily="34" charset="0"/>
            </a:endParaRPr>
          </a:p>
        </p:txBody>
      </p:sp>
      <p:sp>
        <p:nvSpPr>
          <p:cNvPr id="15" name="score-big">
            <a:extLst>
              <a:ext uri="{FF2B5EF4-FFF2-40B4-BE49-F238E27FC236}">
                <a16:creationId xmlns:a16="http://schemas.microsoft.com/office/drawing/2014/main" id="{CF78E2B7-B7B7-FE2D-9C45-459A0507360E}"/>
              </a:ext>
            </a:extLst>
          </p:cNvPr>
          <p:cNvSpPr txBox="1"/>
          <p:nvPr/>
        </p:nvSpPr>
        <p:spPr>
          <a:xfrm>
            <a:off x="1422400" y="2921000"/>
            <a:ext cx="2108200" cy="276999"/>
          </a:xfrm>
          <a:prstGeom prst="rect">
            <a:avLst/>
          </a:prstGeom>
          <a:noFill/>
        </p:spPr>
        <p:txBody>
          <a:bodyPr vert="horz" wrap="square" lIns="0" tIns="0" rIns="0" bIns="0" rtlCol="0">
            <a:noAutofit/>
          </a:bodyPr>
          <a:lstStyle/>
          <a:p>
            <a:r>
              <a:rPr lang="en-US" altLang="zh-CN" sz="2300" b="1">
                <a:solidFill>
                  <a:srgbClr val="B8293C"/>
                </a:solidFill>
                <a:latin typeface="Consolas" panose="020B0609020204030204" pitchFamily="49" charset="0"/>
              </a:rPr>
              <a:t>score = 0.93</a:t>
            </a:r>
            <a:endParaRPr lang="zh-CN" altLang="en-US" sz="2300" b="1">
              <a:solidFill>
                <a:srgbClr val="B8293C"/>
              </a:solidFill>
              <a:latin typeface="Consolas" panose="020B0609020204030204" pitchFamily="49" charset="0"/>
            </a:endParaRPr>
          </a:p>
        </p:txBody>
      </p:sp>
      <p:sp>
        <p:nvSpPr>
          <p:cNvPr id="16" name="score-small">
            <a:extLst>
              <a:ext uri="{FF2B5EF4-FFF2-40B4-BE49-F238E27FC236}">
                <a16:creationId xmlns:a16="http://schemas.microsoft.com/office/drawing/2014/main" id="{54A375C2-6264-AED4-3A88-A413A80E9FFF}"/>
              </a:ext>
            </a:extLst>
          </p:cNvPr>
          <p:cNvSpPr txBox="1"/>
          <p:nvPr/>
        </p:nvSpPr>
        <p:spPr>
          <a:xfrm>
            <a:off x="1422400" y="3505200"/>
            <a:ext cx="2387600" cy="276999"/>
          </a:xfrm>
          <a:prstGeom prst="rect">
            <a:avLst/>
          </a:prstGeom>
          <a:noFill/>
        </p:spPr>
        <p:txBody>
          <a:bodyPr vert="horz" wrap="square" lIns="0" tIns="0" rIns="0" bIns="0" rtlCol="0">
            <a:noAutofit/>
          </a:bodyPr>
          <a:lstStyle/>
          <a:p>
            <a:r>
              <a:rPr lang="en-US" altLang="zh-CN" sz="780">
                <a:solidFill>
                  <a:srgbClr val="4A5B78"/>
                </a:solidFill>
                <a:latin typeface="Aptos" panose="020B0004020202020204" pitchFamily="34" charset="0"/>
              </a:rPr>
              <a:t>unclear denominator, controls, or boundary</a:t>
            </a:r>
            <a:endParaRPr lang="zh-CN" altLang="en-US" sz="780">
              <a:solidFill>
                <a:srgbClr val="4A5B78"/>
              </a:solidFill>
              <a:latin typeface="Aptos" panose="020B0004020202020204" pitchFamily="34" charset="0"/>
            </a:endParaRPr>
          </a:p>
        </p:txBody>
      </p:sp>
      <p:cxnSp>
        <p:nvCxnSpPr>
          <p:cNvPr id="17" name="gap-arrow">
            <a:extLst>
              <a:ext uri="{FF2B5EF4-FFF2-40B4-BE49-F238E27FC236}">
                <a16:creationId xmlns:a16="http://schemas.microsoft.com/office/drawing/2014/main" id="{D99ADE55-818E-ADCE-3F5D-F3F516854F7E}"/>
              </a:ext>
            </a:extLst>
          </p:cNvPr>
          <p:cNvCxnSpPr/>
          <p:nvPr/>
        </p:nvCxnSpPr>
        <p:spPr>
          <a:xfrm>
            <a:off x="4851400" y="3048000"/>
            <a:ext cx="13970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claimbox">
            <a:extLst>
              <a:ext uri="{FF2B5EF4-FFF2-40B4-BE49-F238E27FC236}">
                <a16:creationId xmlns:a16="http://schemas.microsoft.com/office/drawing/2014/main" id="{7EF4B248-02B1-039D-071F-6BF84F38235D}"/>
              </a:ext>
            </a:extLst>
          </p:cNvPr>
          <p:cNvSpPr/>
          <p:nvPr/>
        </p:nvSpPr>
        <p:spPr>
          <a:xfrm>
            <a:off x="6756400" y="1841500"/>
            <a:ext cx="44196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65A41E39-A407-6253-90E3-E36ECC607445}"/>
              </a:ext>
            </a:extLst>
          </p:cNvPr>
          <p:cNvSpPr txBox="1"/>
          <p:nvPr/>
        </p:nvSpPr>
        <p:spPr>
          <a:xfrm>
            <a:off x="7137400" y="2184400"/>
            <a:ext cx="2032000" cy="276999"/>
          </a:xfrm>
          <a:prstGeom prst="rect">
            <a:avLst/>
          </a:prstGeom>
          <a:noFill/>
        </p:spPr>
        <p:txBody>
          <a:bodyPr vert="horz" wrap="square" lIns="0" tIns="0" rIns="0" bIns="0" rtlCol="0">
            <a:noAutofit/>
          </a:bodyPr>
          <a:lstStyle/>
          <a:p>
            <a:r>
              <a:rPr lang="en-US" altLang="zh-CN" sz="760" b="1">
                <a:solidFill>
                  <a:srgbClr val="CBE1FA"/>
                </a:solidFill>
                <a:latin typeface="Aptos" panose="020B0004020202020204" pitchFamily="34" charset="0"/>
              </a:rPr>
              <a:t>evidence contract</a:t>
            </a:r>
            <a:endParaRPr lang="zh-CN" altLang="en-US" sz="760" b="1">
              <a:solidFill>
                <a:srgbClr val="CBE1FA"/>
              </a:solidFill>
              <a:latin typeface="Aptos" panose="020B0004020202020204" pitchFamily="34" charset="0"/>
            </a:endParaRPr>
          </a:p>
        </p:txBody>
      </p:sp>
      <p:sp>
        <p:nvSpPr>
          <p:cNvPr id="20" name="claim-f">
            <a:extLst>
              <a:ext uri="{FF2B5EF4-FFF2-40B4-BE49-F238E27FC236}">
                <a16:creationId xmlns:a16="http://schemas.microsoft.com/office/drawing/2014/main" id="{EF1D9302-FD05-5707-44F2-F2160471BE72}"/>
              </a:ext>
            </a:extLst>
          </p:cNvPr>
          <p:cNvSpPr txBox="1"/>
          <p:nvPr/>
        </p:nvSpPr>
        <p:spPr>
          <a:xfrm>
            <a:off x="7137400" y="2717800"/>
            <a:ext cx="35052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claim := f(E, C, A, B)</a:t>
            </a:r>
            <a:endParaRPr lang="zh-CN" altLang="en-US" sz="2200" b="1">
              <a:solidFill>
                <a:srgbClr val="FFFFFF"/>
              </a:solidFill>
              <a:latin typeface="Consolas" panose="020B0609020204030204" pitchFamily="49" charset="0"/>
            </a:endParaRPr>
          </a:p>
        </p:txBody>
      </p:sp>
      <p:sp>
        <p:nvSpPr>
          <p:cNvPr id="21" name="claim-e">
            <a:extLst>
              <a:ext uri="{FF2B5EF4-FFF2-40B4-BE49-F238E27FC236}">
                <a16:creationId xmlns:a16="http://schemas.microsoft.com/office/drawing/2014/main" id="{58C6C1DD-2A4D-25BB-141F-4834B0B1AA38}"/>
              </a:ext>
            </a:extLst>
          </p:cNvPr>
          <p:cNvSpPr txBox="1"/>
          <p:nvPr/>
        </p:nvSpPr>
        <p:spPr>
          <a:xfrm>
            <a:off x="7137400" y="3530600"/>
            <a:ext cx="3200400" cy="276999"/>
          </a:xfrm>
          <a:prstGeom prst="rect">
            <a:avLst/>
          </a:prstGeom>
          <a:noFill/>
        </p:spPr>
        <p:txBody>
          <a:bodyPr vert="horz" wrap="square" lIns="0" tIns="0" rIns="0" bIns="0" rtlCol="0">
            <a:noAutofit/>
          </a:bodyPr>
          <a:lstStyle/>
          <a:p>
            <a:r>
              <a:rPr lang="en-US" altLang="zh-CN" sz="920">
                <a:solidFill>
                  <a:srgbClr val="DBE9FA"/>
                </a:solidFill>
                <a:latin typeface="Aptos" panose="020B0004020202020204" pitchFamily="34" charset="0"/>
              </a:rPr>
              <a:t>E evidence object
C controls | A access model | B boundary</a:t>
            </a:r>
            <a:endParaRPr lang="zh-CN" altLang="en-US" sz="920">
              <a:solidFill>
                <a:srgbClr val="DBE9FA"/>
              </a:solidFill>
              <a:latin typeface="Aptos" panose="020B0004020202020204" pitchFamily="34" charset="0"/>
            </a:endParaRPr>
          </a:p>
        </p:txBody>
      </p:sp>
      <p:sp>
        <p:nvSpPr>
          <p:cNvPr id="22" name="tag-0">
            <a:extLst>
              <a:ext uri="{FF2B5EF4-FFF2-40B4-BE49-F238E27FC236}">
                <a16:creationId xmlns:a16="http://schemas.microsoft.com/office/drawing/2014/main" id="{E374A437-200E-3978-FA6D-70C853113500}"/>
              </a:ext>
            </a:extLst>
          </p:cNvPr>
          <p:cNvSpPr/>
          <p:nvPr/>
        </p:nvSpPr>
        <p:spPr>
          <a:xfrm>
            <a:off x="19558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fixed denominator</a:t>
            </a:r>
            <a:endParaRPr lang="zh-CN" altLang="en-US" sz="750" b="1">
              <a:solidFill>
                <a:srgbClr val="003B7A"/>
              </a:solidFill>
              <a:latin typeface="Aptos" panose="020B0004020202020204" pitchFamily="34" charset="0"/>
            </a:endParaRPr>
          </a:p>
        </p:txBody>
      </p:sp>
      <p:sp>
        <p:nvSpPr>
          <p:cNvPr id="23" name="tag-1">
            <a:extLst>
              <a:ext uri="{FF2B5EF4-FFF2-40B4-BE49-F238E27FC236}">
                <a16:creationId xmlns:a16="http://schemas.microsoft.com/office/drawing/2014/main" id="{5C44F700-B74C-519B-CAA7-530384B27AFE}"/>
              </a:ext>
            </a:extLst>
          </p:cNvPr>
          <p:cNvSpPr/>
          <p:nvPr/>
        </p:nvSpPr>
        <p:spPr>
          <a:xfrm>
            <a:off x="40640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control rows</a:t>
            </a:r>
            <a:endParaRPr lang="zh-CN" altLang="en-US" sz="750" b="1">
              <a:solidFill>
                <a:srgbClr val="003B7A"/>
              </a:solidFill>
              <a:latin typeface="Aptos" panose="020B0004020202020204" pitchFamily="34" charset="0"/>
            </a:endParaRPr>
          </a:p>
        </p:txBody>
      </p:sp>
      <p:sp>
        <p:nvSpPr>
          <p:cNvPr id="24" name="tag-2">
            <a:extLst>
              <a:ext uri="{FF2B5EF4-FFF2-40B4-BE49-F238E27FC236}">
                <a16:creationId xmlns:a16="http://schemas.microsoft.com/office/drawing/2014/main" id="{9EB68268-0932-961A-B4F5-D94EE26B9B7A}"/>
              </a:ext>
            </a:extLst>
          </p:cNvPr>
          <p:cNvSpPr/>
          <p:nvPr/>
        </p:nvSpPr>
        <p:spPr>
          <a:xfrm>
            <a:off x="61722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artifact hash</a:t>
            </a:r>
            <a:endParaRPr lang="zh-CN" altLang="en-US" sz="750" b="1">
              <a:solidFill>
                <a:srgbClr val="003B7A"/>
              </a:solidFill>
              <a:latin typeface="Aptos" panose="020B0004020202020204" pitchFamily="34" charset="0"/>
            </a:endParaRPr>
          </a:p>
        </p:txBody>
      </p:sp>
      <p:sp>
        <p:nvSpPr>
          <p:cNvPr id="25" name="tag-3">
            <a:extLst>
              <a:ext uri="{FF2B5EF4-FFF2-40B4-BE49-F238E27FC236}">
                <a16:creationId xmlns:a16="http://schemas.microsoft.com/office/drawing/2014/main" id="{FBF44456-4833-5D93-BC4E-990EC8DEFD68}"/>
              </a:ext>
            </a:extLst>
          </p:cNvPr>
          <p:cNvSpPr/>
          <p:nvPr/>
        </p:nvSpPr>
        <p:spPr>
          <a:xfrm>
            <a:off x="82804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access boundary</a:t>
            </a:r>
            <a:endParaRPr lang="zh-CN" altLang="en-US" sz="750" b="1">
              <a:solidFill>
                <a:srgbClr val="003B7A"/>
              </a:solidFill>
              <a:latin typeface="Aptos" panose="020B0004020202020204" pitchFamily="34" charset="0"/>
            </a:endParaRPr>
          </a:p>
        </p:txBody>
      </p:sp>
      <p:sp>
        <p:nvSpPr>
          <p:cNvPr id="26" name="footer-hit-3">
            <a:hlinkClick r:id="rId4"/>
            <a:extLst>
              <a:ext uri="{FF2B5EF4-FFF2-40B4-BE49-F238E27FC236}">
                <a16:creationId xmlns:a16="http://schemas.microsoft.com/office/drawing/2014/main" id="{BED9EF6E-CB98-F663-BDF6-9D04AECE77A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8119871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F5B1298-9EAB-1022-CCD3-C4B57BC6137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C5F4C88-6989-9885-FEEF-301EF8E5C84E}"/>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8E4339D4-AFF1-E799-C766-27EDF66C2FB8}"/>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55F2616-D96D-C2C5-4A04-0B8EE71C2C0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BENCHMARK FOUNDATION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BD362CD4-0F85-EEB7-87C0-40A05E43238D}"/>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A63309B1-0A8D-7B15-8998-76D1BF758B8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BC4E6BCC-5C49-5AC0-CC7E-E6B8F2BE3B47}"/>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A375422-2DC0-0355-39C6-4F58FAE1726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1F494216-76C0-1629-A9A9-6722B61055F3}"/>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denominator is fixed before interpretation.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5E9AF5DB-BD83-FFD5-DE56-6E4498AB983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CodeMarkBench is the executable base layer: each run has a task, a transformation, a control, and an artifact identity.</a:t>
            </a:r>
            <a:endParaRPr lang="zh-CN" altLang="en-US" sz="930">
              <a:solidFill>
                <a:srgbClr val="4A5B78"/>
              </a:solidFill>
              <a:latin typeface="Aptos" panose="020B0004020202020204" pitchFamily="34" charset="0"/>
            </a:endParaRPr>
          </a:p>
        </p:txBody>
      </p:sp>
      <p:sp>
        <p:nvSpPr>
          <p:cNvPr id="13" name="big">
            <a:extLst>
              <a:ext uri="{FF2B5EF4-FFF2-40B4-BE49-F238E27FC236}">
                <a16:creationId xmlns:a16="http://schemas.microsoft.com/office/drawing/2014/main" id="{323B505A-2721-877D-66EA-EA016DD67869}"/>
              </a:ext>
            </a:extLst>
          </p:cNvPr>
          <p:cNvSpPr txBox="1"/>
          <p:nvPr/>
        </p:nvSpPr>
        <p:spPr>
          <a:xfrm>
            <a:off x="914400" y="1955800"/>
            <a:ext cx="2006600" cy="276999"/>
          </a:xfrm>
          <a:prstGeom prst="rect">
            <a:avLst/>
          </a:prstGeom>
          <a:noFill/>
        </p:spPr>
        <p:txBody>
          <a:bodyPr vert="horz" wrap="square" lIns="0" tIns="0" rIns="0" bIns="0" rtlCol="0">
            <a:noAutofit/>
          </a:bodyPr>
          <a:lstStyle/>
          <a:p>
            <a:r>
              <a:rPr lang="en-US" altLang="zh-CN" sz="3400" b="1">
                <a:solidFill>
                  <a:srgbClr val="003B7A"/>
                </a:solidFill>
                <a:latin typeface="Aptos" panose="020B0004020202020204" pitchFamily="34" charset="0"/>
              </a:rPr>
              <a:t>140/140</a:t>
            </a:r>
            <a:endParaRPr lang="zh-CN" altLang="en-US" sz="3400" b="1">
              <a:solidFill>
                <a:srgbClr val="003B7A"/>
              </a:solidFill>
              <a:latin typeface="Aptos" panose="020B0004020202020204" pitchFamily="34" charset="0"/>
            </a:endParaRPr>
          </a:p>
        </p:txBody>
      </p:sp>
      <p:sp>
        <p:nvSpPr>
          <p:cNvPr id="14" name="big-sub">
            <a:extLst>
              <a:ext uri="{FF2B5EF4-FFF2-40B4-BE49-F238E27FC236}">
                <a16:creationId xmlns:a16="http://schemas.microsoft.com/office/drawing/2014/main" id="{F43F6FEC-8A40-25D6-5A69-1E7C04F210FA}"/>
              </a:ext>
            </a:extLst>
          </p:cNvPr>
          <p:cNvSpPr txBox="1"/>
          <p:nvPr/>
        </p:nvSpPr>
        <p:spPr>
          <a:xfrm>
            <a:off x="965200" y="2768600"/>
            <a:ext cx="1955800" cy="276999"/>
          </a:xfrm>
          <a:prstGeom prst="rect">
            <a:avLst/>
          </a:prstGeom>
          <a:noFill/>
        </p:spPr>
        <p:txBody>
          <a:bodyPr vert="horz" wrap="square" lIns="0" tIns="0" rIns="0" bIns="0" rtlCol="0">
            <a:noAutofit/>
          </a:bodyPr>
          <a:lstStyle/>
          <a:p>
            <a:r>
              <a:rPr lang="en-US" altLang="zh-CN" sz="850">
                <a:solidFill>
                  <a:srgbClr val="4A5B78"/>
                </a:solidFill>
                <a:latin typeface="Aptos" panose="020B0004020202020204" pitchFamily="34" charset="0"/>
              </a:rPr>
              <a:t>canonical benchmark runs in the submitted FYP snapshot</a:t>
            </a:r>
            <a:endParaRPr lang="zh-CN" altLang="en-US" sz="850">
              <a:solidFill>
                <a:srgbClr val="4A5B78"/>
              </a:solidFill>
              <a:latin typeface="Aptos" panose="020B0004020202020204" pitchFamily="34" charset="0"/>
            </a:endParaRPr>
          </a:p>
        </p:txBody>
      </p:sp>
      <p:sp>
        <p:nvSpPr>
          <p:cNvPr id="15" name="h-0">
            <a:extLst>
              <a:ext uri="{FF2B5EF4-FFF2-40B4-BE49-F238E27FC236}">
                <a16:creationId xmlns:a16="http://schemas.microsoft.com/office/drawing/2014/main" id="{89F7026E-39C0-541B-5634-694B3A693FCF}"/>
              </a:ext>
            </a:extLst>
          </p:cNvPr>
          <p:cNvSpPr/>
          <p:nvPr/>
        </p:nvSpPr>
        <p:spPr>
          <a:xfrm>
            <a:off x="3352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language</a:t>
            </a:r>
            <a:endParaRPr lang="zh-CN" altLang="en-US" sz="830" b="1">
              <a:solidFill>
                <a:srgbClr val="003B7A"/>
              </a:solidFill>
              <a:latin typeface="Aptos" panose="020B0004020202020204" pitchFamily="34" charset="0"/>
            </a:endParaRPr>
          </a:p>
        </p:txBody>
      </p:sp>
      <p:sp>
        <p:nvSpPr>
          <p:cNvPr id="16" name="v-0">
            <a:extLst>
              <a:ext uri="{FF2B5EF4-FFF2-40B4-BE49-F238E27FC236}">
                <a16:creationId xmlns:a16="http://schemas.microsoft.com/office/drawing/2014/main" id="{421AFE7A-C27C-0EE6-6C42-C790E0B6E1EB}"/>
              </a:ext>
            </a:extLst>
          </p:cNvPr>
          <p:cNvSpPr/>
          <p:nvPr/>
        </p:nvSpPr>
        <p:spPr>
          <a:xfrm>
            <a:off x="3352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Python</a:t>
            </a:r>
            <a:endParaRPr lang="zh-CN" altLang="en-US" sz="940">
              <a:solidFill>
                <a:srgbClr val="071A3D"/>
              </a:solidFill>
              <a:latin typeface="Aptos" panose="020B0004020202020204" pitchFamily="34" charset="0"/>
            </a:endParaRPr>
          </a:p>
        </p:txBody>
      </p:sp>
      <p:sp>
        <p:nvSpPr>
          <p:cNvPr id="17" name="h-1">
            <a:extLst>
              <a:ext uri="{FF2B5EF4-FFF2-40B4-BE49-F238E27FC236}">
                <a16:creationId xmlns:a16="http://schemas.microsoft.com/office/drawing/2014/main" id="{50B9ED32-7D01-E411-AE83-7850C5EBBF42}"/>
              </a:ext>
            </a:extLst>
          </p:cNvPr>
          <p:cNvSpPr/>
          <p:nvPr/>
        </p:nvSpPr>
        <p:spPr>
          <a:xfrm>
            <a:off x="46482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task</a:t>
            </a:r>
            <a:endParaRPr lang="zh-CN" altLang="en-US" sz="830" b="1">
              <a:solidFill>
                <a:srgbClr val="003B7A"/>
              </a:solidFill>
              <a:latin typeface="Aptos" panose="020B0004020202020204" pitchFamily="34" charset="0"/>
            </a:endParaRPr>
          </a:p>
        </p:txBody>
      </p:sp>
      <p:sp>
        <p:nvSpPr>
          <p:cNvPr id="18" name="v-1">
            <a:extLst>
              <a:ext uri="{FF2B5EF4-FFF2-40B4-BE49-F238E27FC236}">
                <a16:creationId xmlns:a16="http://schemas.microsoft.com/office/drawing/2014/main" id="{329A9A22-BEBB-D78B-05EF-451D2314ABE1}"/>
              </a:ext>
            </a:extLst>
          </p:cNvPr>
          <p:cNvSpPr/>
          <p:nvPr/>
        </p:nvSpPr>
        <p:spPr>
          <a:xfrm>
            <a:off x="46482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string normalization</a:t>
            </a:r>
            <a:endParaRPr lang="zh-CN" altLang="en-US" sz="940">
              <a:solidFill>
                <a:srgbClr val="071A3D"/>
              </a:solidFill>
              <a:latin typeface="Aptos" panose="020B0004020202020204" pitchFamily="34" charset="0"/>
            </a:endParaRPr>
          </a:p>
        </p:txBody>
      </p:sp>
      <p:sp>
        <p:nvSpPr>
          <p:cNvPr id="19" name="h-2">
            <a:extLst>
              <a:ext uri="{FF2B5EF4-FFF2-40B4-BE49-F238E27FC236}">
                <a16:creationId xmlns:a16="http://schemas.microsoft.com/office/drawing/2014/main" id="{C561AEB1-315E-C4E9-0FE5-EC9CE8ACB68C}"/>
              </a:ext>
            </a:extLst>
          </p:cNvPr>
          <p:cNvSpPr/>
          <p:nvPr/>
        </p:nvSpPr>
        <p:spPr>
          <a:xfrm>
            <a:off x="59436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transform</a:t>
            </a:r>
            <a:endParaRPr lang="zh-CN" altLang="en-US" sz="830" b="1">
              <a:solidFill>
                <a:srgbClr val="003B7A"/>
              </a:solidFill>
              <a:latin typeface="Aptos" panose="020B0004020202020204" pitchFamily="34" charset="0"/>
            </a:endParaRPr>
          </a:p>
        </p:txBody>
      </p:sp>
      <p:sp>
        <p:nvSpPr>
          <p:cNvPr id="20" name="v-2">
            <a:extLst>
              <a:ext uri="{FF2B5EF4-FFF2-40B4-BE49-F238E27FC236}">
                <a16:creationId xmlns:a16="http://schemas.microsoft.com/office/drawing/2014/main" id="{686B15B7-6D48-CA32-FE71-1DEBDE394536}"/>
              </a:ext>
            </a:extLst>
          </p:cNvPr>
          <p:cNvSpPr/>
          <p:nvPr/>
        </p:nvSpPr>
        <p:spPr>
          <a:xfrm>
            <a:off x="59436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semantic rewrite</a:t>
            </a:r>
            <a:endParaRPr lang="zh-CN" altLang="en-US" sz="940">
              <a:solidFill>
                <a:srgbClr val="071A3D"/>
              </a:solidFill>
              <a:latin typeface="Aptos" panose="020B0004020202020204" pitchFamily="34" charset="0"/>
            </a:endParaRPr>
          </a:p>
        </p:txBody>
      </p:sp>
      <p:sp>
        <p:nvSpPr>
          <p:cNvPr id="21" name="h-3">
            <a:extLst>
              <a:ext uri="{FF2B5EF4-FFF2-40B4-BE49-F238E27FC236}">
                <a16:creationId xmlns:a16="http://schemas.microsoft.com/office/drawing/2014/main" id="{A8973592-C875-6E62-CA92-CADC09771A5D}"/>
              </a:ext>
            </a:extLst>
          </p:cNvPr>
          <p:cNvSpPr/>
          <p:nvPr/>
        </p:nvSpPr>
        <p:spPr>
          <a:xfrm>
            <a:off x="72390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oracle</a:t>
            </a:r>
            <a:endParaRPr lang="zh-CN" altLang="en-US" sz="830" b="1">
              <a:solidFill>
                <a:srgbClr val="003B7A"/>
              </a:solidFill>
              <a:latin typeface="Aptos" panose="020B0004020202020204" pitchFamily="34" charset="0"/>
            </a:endParaRPr>
          </a:p>
        </p:txBody>
      </p:sp>
      <p:sp>
        <p:nvSpPr>
          <p:cNvPr id="22" name="v-3">
            <a:extLst>
              <a:ext uri="{FF2B5EF4-FFF2-40B4-BE49-F238E27FC236}">
                <a16:creationId xmlns:a16="http://schemas.microsoft.com/office/drawing/2014/main" id="{0E55F83B-8869-9C67-4579-F8A68948C8FF}"/>
              </a:ext>
            </a:extLst>
          </p:cNvPr>
          <p:cNvSpPr/>
          <p:nvPr/>
        </p:nvSpPr>
        <p:spPr>
          <a:xfrm>
            <a:off x="72390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executable pass/fail</a:t>
            </a:r>
            <a:endParaRPr lang="zh-CN" altLang="en-US" sz="940">
              <a:solidFill>
                <a:srgbClr val="071A3D"/>
              </a:solidFill>
              <a:latin typeface="Aptos" panose="020B0004020202020204" pitchFamily="34" charset="0"/>
            </a:endParaRPr>
          </a:p>
        </p:txBody>
      </p:sp>
      <p:sp>
        <p:nvSpPr>
          <p:cNvPr id="23" name="h-4">
            <a:extLst>
              <a:ext uri="{FF2B5EF4-FFF2-40B4-BE49-F238E27FC236}">
                <a16:creationId xmlns:a16="http://schemas.microsoft.com/office/drawing/2014/main" id="{7CA2511F-90C4-3802-060D-946585AD395E}"/>
              </a:ext>
            </a:extLst>
          </p:cNvPr>
          <p:cNvSpPr/>
          <p:nvPr/>
        </p:nvSpPr>
        <p:spPr>
          <a:xfrm>
            <a:off x="85344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control</a:t>
            </a:r>
            <a:endParaRPr lang="zh-CN" altLang="en-US" sz="830" b="1">
              <a:solidFill>
                <a:srgbClr val="003B7A"/>
              </a:solidFill>
              <a:latin typeface="Aptos" panose="020B0004020202020204" pitchFamily="34" charset="0"/>
            </a:endParaRPr>
          </a:p>
        </p:txBody>
      </p:sp>
      <p:sp>
        <p:nvSpPr>
          <p:cNvPr id="24" name="v-4">
            <a:extLst>
              <a:ext uri="{FF2B5EF4-FFF2-40B4-BE49-F238E27FC236}">
                <a16:creationId xmlns:a16="http://schemas.microsoft.com/office/drawing/2014/main" id="{96744FB5-2A12-321F-09AB-46811EA62E22}"/>
              </a:ext>
            </a:extLst>
          </p:cNvPr>
          <p:cNvSpPr/>
          <p:nvPr/>
        </p:nvSpPr>
        <p:spPr>
          <a:xfrm>
            <a:off x="85344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negative row</a:t>
            </a:r>
            <a:endParaRPr lang="zh-CN" altLang="en-US" sz="940">
              <a:solidFill>
                <a:srgbClr val="071A3D"/>
              </a:solidFill>
              <a:latin typeface="Aptos" panose="020B0004020202020204" pitchFamily="34" charset="0"/>
            </a:endParaRPr>
          </a:p>
        </p:txBody>
      </p:sp>
      <p:sp>
        <p:nvSpPr>
          <p:cNvPr id="25" name="h-5">
            <a:extLst>
              <a:ext uri="{FF2B5EF4-FFF2-40B4-BE49-F238E27FC236}">
                <a16:creationId xmlns:a16="http://schemas.microsoft.com/office/drawing/2014/main" id="{986AE58E-4761-52F6-1C9C-908F3C639D9A}"/>
              </a:ext>
            </a:extLst>
          </p:cNvPr>
          <p:cNvSpPr/>
          <p:nvPr/>
        </p:nvSpPr>
        <p:spPr>
          <a:xfrm>
            <a:off x="9829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artifact</a:t>
            </a:r>
            <a:endParaRPr lang="zh-CN" altLang="en-US" sz="830" b="1">
              <a:solidFill>
                <a:srgbClr val="003B7A"/>
              </a:solidFill>
              <a:latin typeface="Aptos" panose="020B0004020202020204" pitchFamily="34" charset="0"/>
            </a:endParaRPr>
          </a:p>
        </p:txBody>
      </p:sp>
      <p:sp>
        <p:nvSpPr>
          <p:cNvPr id="26" name="v-5">
            <a:extLst>
              <a:ext uri="{FF2B5EF4-FFF2-40B4-BE49-F238E27FC236}">
                <a16:creationId xmlns:a16="http://schemas.microsoft.com/office/drawing/2014/main" id="{1FF1313E-55C5-64FB-4CA2-B652C9D42E01}"/>
              </a:ext>
            </a:extLst>
          </p:cNvPr>
          <p:cNvSpPr/>
          <p:nvPr/>
        </p:nvSpPr>
        <p:spPr>
          <a:xfrm>
            <a:off x="9829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hash-bound JSON</a:t>
            </a:r>
            <a:endParaRPr lang="zh-CN" altLang="en-US" sz="940">
              <a:solidFill>
                <a:srgbClr val="071A3D"/>
              </a:solidFill>
              <a:latin typeface="Aptos" panose="020B0004020202020204" pitchFamily="34" charset="0"/>
            </a:endParaRPr>
          </a:p>
        </p:txBody>
      </p:sp>
      <p:sp>
        <p:nvSpPr>
          <p:cNvPr id="27" name="path">
            <a:extLst>
              <a:ext uri="{FF2B5EF4-FFF2-40B4-BE49-F238E27FC236}">
                <a16:creationId xmlns:a16="http://schemas.microsoft.com/office/drawing/2014/main" id="{12C7FC14-9A0B-239F-B901-9E55A1736AF5}"/>
              </a:ext>
            </a:extLst>
          </p:cNvPr>
          <p:cNvSpPr/>
          <p:nvPr/>
        </p:nvSpPr>
        <p:spPr>
          <a:xfrm>
            <a:off x="3352800" y="3581400"/>
            <a:ext cx="7772400" cy="10922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ath-title">
            <a:extLst>
              <a:ext uri="{FF2B5EF4-FFF2-40B4-BE49-F238E27FC236}">
                <a16:creationId xmlns:a16="http://schemas.microsoft.com/office/drawing/2014/main" id="{1EEAB009-51DA-8DA8-C942-405D45FC2181}"/>
              </a:ext>
            </a:extLst>
          </p:cNvPr>
          <p:cNvSpPr txBox="1"/>
          <p:nvPr/>
        </p:nvSpPr>
        <p:spPr>
          <a:xfrm>
            <a:off x="3708400" y="3886200"/>
            <a:ext cx="1498600" cy="276999"/>
          </a:xfrm>
          <a:prstGeom prst="rect">
            <a:avLst/>
          </a:prstGeom>
          <a:noFill/>
        </p:spPr>
        <p:txBody>
          <a:bodyPr vert="horz" wrap="square" lIns="0" tIns="0" rIns="0" bIns="0" rtlCol="0">
            <a:noAutofit/>
          </a:bodyPr>
          <a:lstStyle/>
          <a:p>
            <a:r>
              <a:rPr lang="en-US" altLang="zh-CN" sz="760" b="1">
                <a:solidFill>
                  <a:srgbClr val="4A5B78"/>
                </a:solidFill>
                <a:latin typeface="Aptos" panose="020B0004020202020204" pitchFamily="34" charset="0"/>
              </a:rPr>
              <a:t>admission path</a:t>
            </a:r>
            <a:endParaRPr lang="zh-CN" altLang="en-US" sz="760" b="1">
              <a:solidFill>
                <a:srgbClr val="4A5B78"/>
              </a:solidFill>
              <a:latin typeface="Aptos" panose="020B0004020202020204" pitchFamily="34" charset="0"/>
            </a:endParaRPr>
          </a:p>
        </p:txBody>
      </p:sp>
      <p:sp>
        <p:nvSpPr>
          <p:cNvPr id="29" name="path-text">
            <a:extLst>
              <a:ext uri="{FF2B5EF4-FFF2-40B4-BE49-F238E27FC236}">
                <a16:creationId xmlns:a16="http://schemas.microsoft.com/office/drawing/2014/main" id="{F0E757A6-0654-8FCD-7B6A-EE1497F20E4B}"/>
              </a:ext>
            </a:extLst>
          </p:cNvPr>
          <p:cNvSpPr txBox="1"/>
          <p:nvPr/>
        </p:nvSpPr>
        <p:spPr>
          <a:xfrm>
            <a:off x="3708400" y="4241800"/>
            <a:ext cx="68072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benchmark row -&gt; executable result -&gt; control status -&gt; preserved artifact -&gt; bounded claim</a:t>
            </a:r>
            <a:endParaRPr lang="zh-CN" altLang="en-US" sz="1180" b="1">
              <a:solidFill>
                <a:srgbClr val="071A3D"/>
              </a:solidFill>
              <a:latin typeface="Aptos" panose="020B0004020202020204" pitchFamily="34" charset="0"/>
            </a:endParaRPr>
          </a:p>
        </p:txBody>
      </p:sp>
      <p:sp>
        <p:nvSpPr>
          <p:cNvPr id="30" name="why">
            <a:extLst>
              <a:ext uri="{FF2B5EF4-FFF2-40B4-BE49-F238E27FC236}">
                <a16:creationId xmlns:a16="http://schemas.microsoft.com/office/drawing/2014/main" id="{C86EBC70-CDF3-3D4E-3645-96DDEF3B4D18}"/>
              </a:ext>
            </a:extLst>
          </p:cNvPr>
          <p:cNvSpPr/>
          <p:nvPr/>
        </p:nvSpPr>
        <p:spPr>
          <a:xfrm>
            <a:off x="1549400" y="5384800"/>
            <a:ext cx="9093200" cy="457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why-t">
            <a:extLst>
              <a:ext uri="{FF2B5EF4-FFF2-40B4-BE49-F238E27FC236}">
                <a16:creationId xmlns:a16="http://schemas.microsoft.com/office/drawing/2014/main" id="{B282456F-1CD2-D57E-E805-8924005D4B5D}"/>
              </a:ext>
            </a:extLst>
          </p:cNvPr>
          <p:cNvSpPr txBox="1"/>
          <p:nvPr/>
        </p:nvSpPr>
        <p:spPr>
          <a:xfrm>
            <a:off x="1955800" y="5524500"/>
            <a:ext cx="81280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This prevents a later result from quietly changing its denominator.</a:t>
            </a:r>
            <a:endParaRPr lang="zh-CN" altLang="en-US" sz="820" b="1">
              <a:solidFill>
                <a:srgbClr val="FFFFFF"/>
              </a:solidFill>
              <a:latin typeface="Aptos" panose="020B0004020202020204" pitchFamily="34" charset="0"/>
            </a:endParaRPr>
          </a:p>
        </p:txBody>
      </p:sp>
      <p:sp>
        <p:nvSpPr>
          <p:cNvPr id="32" name="footer-hit-4">
            <a:hlinkClick r:id="rId4"/>
            <a:extLst>
              <a:ext uri="{FF2B5EF4-FFF2-40B4-BE49-F238E27FC236}">
                <a16:creationId xmlns:a16="http://schemas.microsoft.com/office/drawing/2014/main" id="{F25329F1-DDED-98EA-23E5-FD6A9E9152D7}"/>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974720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DBCA99E-F029-E703-7105-165DF78FF3A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0086627-EF57-405B-7F7A-5BBACC7A11D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5E023C4-A415-E60D-3B25-59D0B1BCCD6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83F6B418-908B-F7CF-6C8E-8915FCC7CC66}"/>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FRAMEWORK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53E0AE24-8C41-4811-2CCB-A6632C881890}"/>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4CA8A660-5373-ED66-0B70-E9872BEB6E1A}"/>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D2266594-482E-F31F-17DC-77D5FDB89397}"/>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8A7C5A60-A62F-8C99-50DB-A7F0684D9C4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46527972-3707-BF1E-8214-E271BE8C4AA8}"/>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Five stages share one evidence contract.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B920244-6AAE-5757-A430-F3A6993DFE7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stages are different access models, not five unrelated mini-projects.</a:t>
            </a:r>
            <a:endParaRPr lang="zh-CN" altLang="en-US" sz="930">
              <a:solidFill>
                <a:srgbClr val="4A5B78"/>
              </a:solidFill>
              <a:latin typeface="Aptos" panose="020B0004020202020204" pitchFamily="34" charset="0"/>
            </a:endParaRPr>
          </a:p>
        </p:txBody>
      </p:sp>
      <p:cxnSp>
        <p:nvCxnSpPr>
          <p:cNvPr id="13" name="evidence-spine">
            <a:extLst>
              <a:ext uri="{FF2B5EF4-FFF2-40B4-BE49-F238E27FC236}">
                <a16:creationId xmlns:a16="http://schemas.microsoft.com/office/drawing/2014/main" id="{9C11EFAE-5AE0-1DC8-E087-C967C908FDB2}"/>
              </a:ext>
            </a:extLst>
          </p:cNvPr>
          <p:cNvCxnSpPr/>
          <p:nvPr/>
        </p:nvCxnSpPr>
        <p:spPr>
          <a:xfrm>
            <a:off x="1422400" y="3251200"/>
            <a:ext cx="9347200" cy="0"/>
          </a:xfrm>
          <a:prstGeom prst="line">
            <a:avLst/>
          </a:prstGeom>
          <a:ln w="27940">
            <a:solidFill>
              <a:srgbClr val="D5E2F0"/>
            </a:solidFill>
          </a:ln>
        </p:spPr>
        <p:style>
          <a:lnRef idx="1">
            <a:schemeClr val="accent1"/>
          </a:lnRef>
          <a:fillRef idx="0">
            <a:schemeClr val="accent1"/>
          </a:fillRef>
          <a:effectRef idx="0">
            <a:schemeClr val="accent1"/>
          </a:effectRef>
          <a:fontRef idx="minor">
            <a:schemeClr val="tx1"/>
          </a:fontRef>
        </p:style>
      </p:cxnSp>
      <p:sp>
        <p:nvSpPr>
          <p:cNvPr id="14" name="node-0">
            <a:extLst>
              <a:ext uri="{FF2B5EF4-FFF2-40B4-BE49-F238E27FC236}">
                <a16:creationId xmlns:a16="http://schemas.microsoft.com/office/drawing/2014/main" id="{53AEE3D6-F925-9FF3-72A4-2AA2C83B6C68}"/>
              </a:ext>
            </a:extLst>
          </p:cNvPr>
          <p:cNvSpPr/>
          <p:nvPr/>
        </p:nvSpPr>
        <p:spPr>
          <a:xfrm>
            <a:off x="787400" y="2286000"/>
            <a:ext cx="1752600" cy="167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node-band-0">
            <a:extLst>
              <a:ext uri="{FF2B5EF4-FFF2-40B4-BE49-F238E27FC236}">
                <a16:creationId xmlns:a16="http://schemas.microsoft.com/office/drawing/2014/main" id="{3DFCACAF-C741-7FFE-198E-0C0C23553ABF}"/>
              </a:ext>
            </a:extLst>
          </p:cNvPr>
          <p:cNvSpPr/>
          <p:nvPr/>
        </p:nvSpPr>
        <p:spPr>
          <a:xfrm>
            <a:off x="787400" y="2286000"/>
            <a:ext cx="17526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node-dot-0">
            <a:extLst>
              <a:ext uri="{FF2B5EF4-FFF2-40B4-BE49-F238E27FC236}">
                <a16:creationId xmlns:a16="http://schemas.microsoft.com/office/drawing/2014/main" id="{1F3D31C8-6518-FD66-40DA-7261D77402D7}"/>
              </a:ext>
            </a:extLst>
          </p:cNvPr>
          <p:cNvSpPr/>
          <p:nvPr/>
        </p:nvSpPr>
        <p:spPr>
          <a:xfrm>
            <a:off x="1346200" y="2946400"/>
            <a:ext cx="635000" cy="635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node-num-0">
            <a:extLst>
              <a:ext uri="{FF2B5EF4-FFF2-40B4-BE49-F238E27FC236}">
                <a16:creationId xmlns:a16="http://schemas.microsoft.com/office/drawing/2014/main" id="{8DA9B223-5CBB-9D4F-93FF-B8102503D222}"/>
              </a:ext>
            </a:extLst>
          </p:cNvPr>
          <p:cNvSpPr txBox="1"/>
          <p:nvPr/>
        </p:nvSpPr>
        <p:spPr>
          <a:xfrm>
            <a:off x="1587500" y="3073400"/>
            <a:ext cx="203200" cy="276999"/>
          </a:xfrm>
          <a:prstGeom prst="rect">
            <a:avLst/>
          </a:prstGeom>
          <a:noFill/>
        </p:spPr>
        <p:txBody>
          <a:bodyPr vert="horz" wrap="square" lIns="0" tIns="0" rIns="0" bIns="0" rtlCol="0">
            <a:noAutofit/>
          </a:bodyPr>
          <a:lstStyle/>
          <a:p>
            <a:r>
              <a:rPr lang="en-US" altLang="zh-CN" sz="780" b="1">
                <a:solidFill>
                  <a:srgbClr val="FFFFFF"/>
                </a:solidFill>
                <a:latin typeface="Aptos" panose="020B0004020202020204" pitchFamily="34" charset="0"/>
              </a:rPr>
              <a:t>01</a:t>
            </a:r>
            <a:endParaRPr lang="zh-CN" altLang="en-US" sz="780" b="1">
              <a:solidFill>
                <a:srgbClr val="FFFFFF"/>
              </a:solidFill>
              <a:latin typeface="Aptos" panose="020B0004020202020204" pitchFamily="34" charset="0"/>
            </a:endParaRPr>
          </a:p>
        </p:txBody>
      </p:sp>
      <p:sp>
        <p:nvSpPr>
          <p:cNvPr id="18" name="node-role-0">
            <a:extLst>
              <a:ext uri="{FF2B5EF4-FFF2-40B4-BE49-F238E27FC236}">
                <a16:creationId xmlns:a16="http://schemas.microsoft.com/office/drawing/2014/main" id="{3256010B-2F5B-6A9C-1B03-CC0B23457D03}"/>
              </a:ext>
            </a:extLst>
          </p:cNvPr>
          <p:cNvSpPr txBox="1"/>
          <p:nvPr/>
        </p:nvSpPr>
        <p:spPr>
          <a:xfrm>
            <a:off x="1016000" y="2540000"/>
            <a:ext cx="1371600" cy="276999"/>
          </a:xfrm>
          <a:prstGeom prst="rect">
            <a:avLst/>
          </a:prstGeom>
          <a:noFill/>
        </p:spPr>
        <p:txBody>
          <a:bodyPr vert="horz" wrap="square" lIns="0" tIns="0" rIns="0" bIns="0" rtlCol="0">
            <a:noAutofit/>
          </a:bodyPr>
          <a:lstStyle/>
          <a:p>
            <a:r>
              <a:rPr lang="en-US" altLang="zh-CN" sz="930" b="1">
                <a:solidFill>
                  <a:srgbClr val="071A3D"/>
                </a:solidFill>
                <a:latin typeface="Aptos" panose="020B0004020202020204" pitchFamily="34" charset="0"/>
              </a:rPr>
              <a:t>Fix</a:t>
            </a:r>
            <a:endParaRPr lang="zh-CN" altLang="en-US" sz="930" b="1">
              <a:solidFill>
                <a:srgbClr val="071A3D"/>
              </a:solidFill>
              <a:latin typeface="Aptos" panose="020B0004020202020204" pitchFamily="34" charset="0"/>
            </a:endParaRPr>
          </a:p>
        </p:txBody>
      </p:sp>
      <p:sp>
        <p:nvSpPr>
          <p:cNvPr id="19" name="node-name-0">
            <a:extLst>
              <a:ext uri="{FF2B5EF4-FFF2-40B4-BE49-F238E27FC236}">
                <a16:creationId xmlns:a16="http://schemas.microsoft.com/office/drawing/2014/main" id="{7A2A73DD-AD4C-14FA-7F4F-BCE999477913}"/>
              </a:ext>
            </a:extLst>
          </p:cNvPr>
          <p:cNvSpPr txBox="1"/>
          <p:nvPr/>
        </p:nvSpPr>
        <p:spPr>
          <a:xfrm>
            <a:off x="1016000" y="3708400"/>
            <a:ext cx="13716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CodeMarkBench</a:t>
            </a:r>
            <a:endParaRPr lang="zh-CN" altLang="en-US" sz="880" b="1">
              <a:solidFill>
                <a:srgbClr val="003B7A"/>
              </a:solidFill>
              <a:latin typeface="Aptos" panose="020B0004020202020204" pitchFamily="34" charset="0"/>
            </a:endParaRPr>
          </a:p>
        </p:txBody>
      </p:sp>
      <p:sp>
        <p:nvSpPr>
          <p:cNvPr id="20" name="node-sub-0">
            <a:extLst>
              <a:ext uri="{FF2B5EF4-FFF2-40B4-BE49-F238E27FC236}">
                <a16:creationId xmlns:a16="http://schemas.microsoft.com/office/drawing/2014/main" id="{23C6B95C-F30A-BD6F-0E81-1CE330298205}"/>
              </a:ext>
            </a:extLst>
          </p:cNvPr>
          <p:cNvSpPr txBox="1"/>
          <p:nvPr/>
        </p:nvSpPr>
        <p:spPr>
          <a:xfrm>
            <a:off x="1016000" y="4216400"/>
            <a:ext cx="1371600" cy="276999"/>
          </a:xfrm>
          <a:prstGeom prst="rect">
            <a:avLst/>
          </a:prstGeom>
          <a:noFill/>
        </p:spPr>
        <p:txBody>
          <a:bodyPr vert="horz" wrap="square" lIns="0" tIns="0" rIns="0" bIns="0" rtlCol="0">
            <a:noAutofit/>
          </a:bodyPr>
          <a:lstStyle/>
          <a:p>
            <a:r>
              <a:rPr lang="en-US" altLang="zh-CN" sz="740" b="1">
                <a:solidFill>
                  <a:srgbClr val="4A5B78"/>
                </a:solidFill>
                <a:latin typeface="Aptos" panose="020B0004020202020204" pitchFamily="34" charset="0"/>
              </a:rPr>
              <a:t>denominator</a:t>
            </a:r>
            <a:endParaRPr lang="zh-CN" altLang="en-US" sz="740" b="1">
              <a:solidFill>
                <a:srgbClr val="4A5B78"/>
              </a:solidFill>
              <a:latin typeface="Aptos" panose="020B0004020202020204" pitchFamily="34" charset="0"/>
            </a:endParaRPr>
          </a:p>
        </p:txBody>
      </p:sp>
      <p:cxnSp>
        <p:nvCxnSpPr>
          <p:cNvPr id="21" name="edge-0">
            <a:extLst>
              <a:ext uri="{FF2B5EF4-FFF2-40B4-BE49-F238E27FC236}">
                <a16:creationId xmlns:a16="http://schemas.microsoft.com/office/drawing/2014/main" id="{B43B7ACF-4084-5844-0F11-A268C71AB2BF}"/>
              </a:ext>
            </a:extLst>
          </p:cNvPr>
          <p:cNvCxnSpPr/>
          <p:nvPr/>
        </p:nvCxnSpPr>
        <p:spPr>
          <a:xfrm>
            <a:off x="2565400" y="3251200"/>
            <a:ext cx="3556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2" name="node-1">
            <a:extLst>
              <a:ext uri="{FF2B5EF4-FFF2-40B4-BE49-F238E27FC236}">
                <a16:creationId xmlns:a16="http://schemas.microsoft.com/office/drawing/2014/main" id="{0CDAD328-F99C-7E6C-1B27-07D31EFB1F7E}"/>
              </a:ext>
            </a:extLst>
          </p:cNvPr>
          <p:cNvSpPr/>
          <p:nvPr/>
        </p:nvSpPr>
        <p:spPr>
          <a:xfrm>
            <a:off x="3048000" y="2286000"/>
            <a:ext cx="1752600" cy="167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node-band-1">
            <a:extLst>
              <a:ext uri="{FF2B5EF4-FFF2-40B4-BE49-F238E27FC236}">
                <a16:creationId xmlns:a16="http://schemas.microsoft.com/office/drawing/2014/main" id="{5AE189E5-5CB8-D470-A5B4-AF1E9CF2E3CD}"/>
              </a:ext>
            </a:extLst>
          </p:cNvPr>
          <p:cNvSpPr/>
          <p:nvPr/>
        </p:nvSpPr>
        <p:spPr>
          <a:xfrm>
            <a:off x="3048000" y="2286000"/>
            <a:ext cx="1752600" cy="101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node-dot-1">
            <a:extLst>
              <a:ext uri="{FF2B5EF4-FFF2-40B4-BE49-F238E27FC236}">
                <a16:creationId xmlns:a16="http://schemas.microsoft.com/office/drawing/2014/main" id="{2D95C7D7-86E6-5138-A93E-797E06C26C80}"/>
              </a:ext>
            </a:extLst>
          </p:cNvPr>
          <p:cNvSpPr/>
          <p:nvPr/>
        </p:nvSpPr>
        <p:spPr>
          <a:xfrm>
            <a:off x="3606800" y="2946400"/>
            <a:ext cx="635000" cy="635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node-num-1">
            <a:extLst>
              <a:ext uri="{FF2B5EF4-FFF2-40B4-BE49-F238E27FC236}">
                <a16:creationId xmlns:a16="http://schemas.microsoft.com/office/drawing/2014/main" id="{9D778D67-6166-1093-83E3-00B12B0CC300}"/>
              </a:ext>
            </a:extLst>
          </p:cNvPr>
          <p:cNvSpPr txBox="1"/>
          <p:nvPr/>
        </p:nvSpPr>
        <p:spPr>
          <a:xfrm>
            <a:off x="3848100" y="3073400"/>
            <a:ext cx="203200" cy="276999"/>
          </a:xfrm>
          <a:prstGeom prst="rect">
            <a:avLst/>
          </a:prstGeom>
          <a:noFill/>
        </p:spPr>
        <p:txBody>
          <a:bodyPr vert="horz" wrap="square" lIns="0" tIns="0" rIns="0" bIns="0" rtlCol="0">
            <a:noAutofit/>
          </a:bodyPr>
          <a:lstStyle/>
          <a:p>
            <a:r>
              <a:rPr lang="en-US" altLang="zh-CN" sz="780" b="1">
                <a:solidFill>
                  <a:srgbClr val="FFFFFF"/>
                </a:solidFill>
                <a:latin typeface="Aptos" panose="020B0004020202020204" pitchFamily="34" charset="0"/>
              </a:rPr>
              <a:t>02</a:t>
            </a:r>
            <a:endParaRPr lang="zh-CN" altLang="en-US" sz="780" b="1">
              <a:solidFill>
                <a:srgbClr val="FFFFFF"/>
              </a:solidFill>
              <a:latin typeface="Aptos" panose="020B0004020202020204" pitchFamily="34" charset="0"/>
            </a:endParaRPr>
          </a:p>
        </p:txBody>
      </p:sp>
      <p:sp>
        <p:nvSpPr>
          <p:cNvPr id="26" name="node-role-1">
            <a:extLst>
              <a:ext uri="{FF2B5EF4-FFF2-40B4-BE49-F238E27FC236}">
                <a16:creationId xmlns:a16="http://schemas.microsoft.com/office/drawing/2014/main" id="{536C41B4-0A63-C614-A265-9AAA6E42104F}"/>
              </a:ext>
            </a:extLst>
          </p:cNvPr>
          <p:cNvSpPr txBox="1"/>
          <p:nvPr/>
        </p:nvSpPr>
        <p:spPr>
          <a:xfrm>
            <a:off x="3276600" y="2540000"/>
            <a:ext cx="1371600" cy="276999"/>
          </a:xfrm>
          <a:prstGeom prst="rect">
            <a:avLst/>
          </a:prstGeom>
          <a:noFill/>
        </p:spPr>
        <p:txBody>
          <a:bodyPr vert="horz" wrap="square" lIns="0" tIns="0" rIns="0" bIns="0" rtlCol="0">
            <a:noAutofit/>
          </a:bodyPr>
          <a:lstStyle/>
          <a:p>
            <a:r>
              <a:rPr lang="en-US" altLang="zh-CN" sz="930" b="1">
                <a:solidFill>
                  <a:srgbClr val="071A3D"/>
                </a:solidFill>
                <a:latin typeface="Aptos" panose="020B0004020202020204" pitchFamily="34" charset="0"/>
              </a:rPr>
              <a:t>Recover</a:t>
            </a:r>
            <a:endParaRPr lang="zh-CN" altLang="en-US" sz="930" b="1">
              <a:solidFill>
                <a:srgbClr val="071A3D"/>
              </a:solidFill>
              <a:latin typeface="Aptos" panose="020B0004020202020204" pitchFamily="34" charset="0"/>
            </a:endParaRPr>
          </a:p>
        </p:txBody>
      </p:sp>
      <p:sp>
        <p:nvSpPr>
          <p:cNvPr id="27" name="node-name-1">
            <a:extLst>
              <a:ext uri="{FF2B5EF4-FFF2-40B4-BE49-F238E27FC236}">
                <a16:creationId xmlns:a16="http://schemas.microsoft.com/office/drawing/2014/main" id="{7C55CF0F-8283-D881-A748-625D06F60876}"/>
              </a:ext>
            </a:extLst>
          </p:cNvPr>
          <p:cNvSpPr txBox="1"/>
          <p:nvPr/>
        </p:nvSpPr>
        <p:spPr>
          <a:xfrm>
            <a:off x="3276600" y="3708400"/>
            <a:ext cx="1371600" cy="276999"/>
          </a:xfrm>
          <a:prstGeom prst="rect">
            <a:avLst/>
          </a:prstGeom>
          <a:noFill/>
        </p:spPr>
        <p:txBody>
          <a:bodyPr vert="horz" wrap="square" lIns="0" tIns="0" rIns="0" bIns="0" rtlCol="0">
            <a:noAutofit/>
          </a:bodyPr>
          <a:lstStyle/>
          <a:p>
            <a:r>
              <a:rPr lang="en-US" altLang="zh-CN" sz="880" b="1">
                <a:solidFill>
                  <a:srgbClr val="168E8B"/>
                </a:solidFill>
                <a:latin typeface="Aptos" panose="020B0004020202020204" pitchFamily="34" charset="0"/>
              </a:rPr>
              <a:t>SemCodebook</a:t>
            </a:r>
            <a:endParaRPr lang="zh-CN" altLang="en-US" sz="880" b="1">
              <a:solidFill>
                <a:srgbClr val="168E8B"/>
              </a:solidFill>
              <a:latin typeface="Aptos" panose="020B0004020202020204" pitchFamily="34" charset="0"/>
            </a:endParaRPr>
          </a:p>
        </p:txBody>
      </p:sp>
      <p:sp>
        <p:nvSpPr>
          <p:cNvPr id="28" name="node-sub-1">
            <a:extLst>
              <a:ext uri="{FF2B5EF4-FFF2-40B4-BE49-F238E27FC236}">
                <a16:creationId xmlns:a16="http://schemas.microsoft.com/office/drawing/2014/main" id="{C6CEF8AF-3C1E-8F33-7542-27C1A9F7F953}"/>
              </a:ext>
            </a:extLst>
          </p:cNvPr>
          <p:cNvSpPr txBox="1"/>
          <p:nvPr/>
        </p:nvSpPr>
        <p:spPr>
          <a:xfrm>
            <a:off x="3276600" y="4216400"/>
            <a:ext cx="1371600" cy="276999"/>
          </a:xfrm>
          <a:prstGeom prst="rect">
            <a:avLst/>
          </a:prstGeom>
          <a:noFill/>
        </p:spPr>
        <p:txBody>
          <a:bodyPr vert="horz" wrap="square" lIns="0" tIns="0" rIns="0" bIns="0" rtlCol="0">
            <a:noAutofit/>
          </a:bodyPr>
          <a:lstStyle/>
          <a:p>
            <a:r>
              <a:rPr lang="en-US" altLang="zh-CN" sz="740" b="1">
                <a:solidFill>
                  <a:srgbClr val="4A5B78"/>
                </a:solidFill>
                <a:latin typeface="Aptos" panose="020B0004020202020204" pitchFamily="34" charset="0"/>
              </a:rPr>
              <a:t>provenance</a:t>
            </a:r>
            <a:endParaRPr lang="zh-CN" altLang="en-US" sz="740" b="1">
              <a:solidFill>
                <a:srgbClr val="4A5B78"/>
              </a:solidFill>
              <a:latin typeface="Aptos" panose="020B0004020202020204" pitchFamily="34" charset="0"/>
            </a:endParaRPr>
          </a:p>
        </p:txBody>
      </p:sp>
      <p:cxnSp>
        <p:nvCxnSpPr>
          <p:cNvPr id="29" name="edge-1">
            <a:extLst>
              <a:ext uri="{FF2B5EF4-FFF2-40B4-BE49-F238E27FC236}">
                <a16:creationId xmlns:a16="http://schemas.microsoft.com/office/drawing/2014/main" id="{5A7F023B-9E0D-C587-8019-AFE45C9426C3}"/>
              </a:ext>
            </a:extLst>
          </p:cNvPr>
          <p:cNvCxnSpPr/>
          <p:nvPr/>
        </p:nvCxnSpPr>
        <p:spPr>
          <a:xfrm>
            <a:off x="4826000" y="3251200"/>
            <a:ext cx="3556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0" name="node-2">
            <a:extLst>
              <a:ext uri="{FF2B5EF4-FFF2-40B4-BE49-F238E27FC236}">
                <a16:creationId xmlns:a16="http://schemas.microsoft.com/office/drawing/2014/main" id="{6C856922-CC0D-9BED-C9D9-0F6CC7403C3D}"/>
              </a:ext>
            </a:extLst>
          </p:cNvPr>
          <p:cNvSpPr/>
          <p:nvPr/>
        </p:nvSpPr>
        <p:spPr>
          <a:xfrm>
            <a:off x="5308600" y="2286000"/>
            <a:ext cx="1752600" cy="167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node-band-2">
            <a:extLst>
              <a:ext uri="{FF2B5EF4-FFF2-40B4-BE49-F238E27FC236}">
                <a16:creationId xmlns:a16="http://schemas.microsoft.com/office/drawing/2014/main" id="{92C06E77-1F3A-69E0-9705-CC74FB4FE9BD}"/>
              </a:ext>
            </a:extLst>
          </p:cNvPr>
          <p:cNvSpPr/>
          <p:nvPr/>
        </p:nvSpPr>
        <p:spPr>
          <a:xfrm>
            <a:off x="5308600" y="2286000"/>
            <a:ext cx="1752600" cy="101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node-dot-2">
            <a:extLst>
              <a:ext uri="{FF2B5EF4-FFF2-40B4-BE49-F238E27FC236}">
                <a16:creationId xmlns:a16="http://schemas.microsoft.com/office/drawing/2014/main" id="{FC1A0A05-71B2-87F5-6EEA-B6EBFB51E120}"/>
              </a:ext>
            </a:extLst>
          </p:cNvPr>
          <p:cNvSpPr/>
          <p:nvPr/>
        </p:nvSpPr>
        <p:spPr>
          <a:xfrm>
            <a:off x="5867400" y="2946400"/>
            <a:ext cx="635000" cy="6350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node-num-2">
            <a:extLst>
              <a:ext uri="{FF2B5EF4-FFF2-40B4-BE49-F238E27FC236}">
                <a16:creationId xmlns:a16="http://schemas.microsoft.com/office/drawing/2014/main" id="{5F0D7EFD-FC90-27C4-1BCD-17C81F2C5302}"/>
              </a:ext>
            </a:extLst>
          </p:cNvPr>
          <p:cNvSpPr txBox="1"/>
          <p:nvPr/>
        </p:nvSpPr>
        <p:spPr>
          <a:xfrm>
            <a:off x="6108700" y="3073400"/>
            <a:ext cx="203200" cy="276999"/>
          </a:xfrm>
          <a:prstGeom prst="rect">
            <a:avLst/>
          </a:prstGeom>
          <a:noFill/>
        </p:spPr>
        <p:txBody>
          <a:bodyPr vert="horz" wrap="square" lIns="0" tIns="0" rIns="0" bIns="0" rtlCol="0">
            <a:noAutofit/>
          </a:bodyPr>
          <a:lstStyle/>
          <a:p>
            <a:r>
              <a:rPr lang="en-US" altLang="zh-CN" sz="780" b="1">
                <a:solidFill>
                  <a:srgbClr val="FFFFFF"/>
                </a:solidFill>
                <a:latin typeface="Aptos" panose="020B0004020202020204" pitchFamily="34" charset="0"/>
              </a:rPr>
              <a:t>03</a:t>
            </a:r>
            <a:endParaRPr lang="zh-CN" altLang="en-US" sz="780" b="1">
              <a:solidFill>
                <a:srgbClr val="FFFFFF"/>
              </a:solidFill>
              <a:latin typeface="Aptos" panose="020B0004020202020204" pitchFamily="34" charset="0"/>
            </a:endParaRPr>
          </a:p>
        </p:txBody>
      </p:sp>
      <p:sp>
        <p:nvSpPr>
          <p:cNvPr id="34" name="node-role-2">
            <a:extLst>
              <a:ext uri="{FF2B5EF4-FFF2-40B4-BE49-F238E27FC236}">
                <a16:creationId xmlns:a16="http://schemas.microsoft.com/office/drawing/2014/main" id="{A1CCC1AD-9854-5820-29E0-7D8AE9671814}"/>
              </a:ext>
            </a:extLst>
          </p:cNvPr>
          <p:cNvSpPr txBox="1"/>
          <p:nvPr/>
        </p:nvSpPr>
        <p:spPr>
          <a:xfrm>
            <a:off x="5537200" y="2540000"/>
            <a:ext cx="1371600" cy="276999"/>
          </a:xfrm>
          <a:prstGeom prst="rect">
            <a:avLst/>
          </a:prstGeom>
          <a:noFill/>
        </p:spPr>
        <p:txBody>
          <a:bodyPr vert="horz" wrap="square" lIns="0" tIns="0" rIns="0" bIns="0" rtlCol="0">
            <a:noAutofit/>
          </a:bodyPr>
          <a:lstStyle/>
          <a:p>
            <a:r>
              <a:rPr lang="en-US" altLang="zh-CN" sz="930" b="1">
                <a:solidFill>
                  <a:srgbClr val="071A3D"/>
                </a:solidFill>
                <a:latin typeface="Aptos" panose="020B0004020202020204" pitchFamily="34" charset="0"/>
              </a:rPr>
              <a:t>Audit</a:t>
            </a:r>
            <a:endParaRPr lang="zh-CN" altLang="en-US" sz="930" b="1">
              <a:solidFill>
                <a:srgbClr val="071A3D"/>
              </a:solidFill>
              <a:latin typeface="Aptos" panose="020B0004020202020204" pitchFamily="34" charset="0"/>
            </a:endParaRPr>
          </a:p>
        </p:txBody>
      </p:sp>
      <p:sp>
        <p:nvSpPr>
          <p:cNvPr id="35" name="node-name-2">
            <a:extLst>
              <a:ext uri="{FF2B5EF4-FFF2-40B4-BE49-F238E27FC236}">
                <a16:creationId xmlns:a16="http://schemas.microsoft.com/office/drawing/2014/main" id="{3F4015EC-08A5-D000-507B-6FBD9EE099E3}"/>
              </a:ext>
            </a:extLst>
          </p:cNvPr>
          <p:cNvSpPr txBox="1"/>
          <p:nvPr/>
        </p:nvSpPr>
        <p:spPr>
          <a:xfrm>
            <a:off x="5537200" y="3708400"/>
            <a:ext cx="1371600" cy="276999"/>
          </a:xfrm>
          <a:prstGeom prst="rect">
            <a:avLst/>
          </a:prstGeom>
          <a:noFill/>
        </p:spPr>
        <p:txBody>
          <a:bodyPr vert="horz" wrap="square" lIns="0" tIns="0" rIns="0" bIns="0" rtlCol="0">
            <a:noAutofit/>
          </a:bodyPr>
          <a:lstStyle/>
          <a:p>
            <a:r>
              <a:rPr lang="en-US" altLang="zh-CN" sz="880" b="1">
                <a:solidFill>
                  <a:srgbClr val="5B45C8"/>
                </a:solidFill>
                <a:latin typeface="Aptos" panose="020B0004020202020204" pitchFamily="34" charset="0"/>
              </a:rPr>
              <a:t>CodeDye</a:t>
            </a:r>
            <a:endParaRPr lang="zh-CN" altLang="en-US" sz="880" b="1">
              <a:solidFill>
                <a:srgbClr val="5B45C8"/>
              </a:solidFill>
              <a:latin typeface="Aptos" panose="020B0004020202020204" pitchFamily="34" charset="0"/>
            </a:endParaRPr>
          </a:p>
        </p:txBody>
      </p:sp>
      <p:sp>
        <p:nvSpPr>
          <p:cNvPr id="36" name="node-sub-2">
            <a:extLst>
              <a:ext uri="{FF2B5EF4-FFF2-40B4-BE49-F238E27FC236}">
                <a16:creationId xmlns:a16="http://schemas.microsoft.com/office/drawing/2014/main" id="{1D2D9FBF-F09F-E003-3372-80BE664824E4}"/>
              </a:ext>
            </a:extLst>
          </p:cNvPr>
          <p:cNvSpPr txBox="1"/>
          <p:nvPr/>
        </p:nvSpPr>
        <p:spPr>
          <a:xfrm>
            <a:off x="5537200" y="4216400"/>
            <a:ext cx="1371600" cy="276999"/>
          </a:xfrm>
          <a:prstGeom prst="rect">
            <a:avLst/>
          </a:prstGeom>
          <a:noFill/>
        </p:spPr>
        <p:txBody>
          <a:bodyPr vert="horz" wrap="square" lIns="0" tIns="0" rIns="0" bIns="0" rtlCol="0">
            <a:noAutofit/>
          </a:bodyPr>
          <a:lstStyle/>
          <a:p>
            <a:r>
              <a:rPr lang="en-US" altLang="zh-CN" sz="740" b="1">
                <a:solidFill>
                  <a:srgbClr val="4A5B78"/>
                </a:solidFill>
                <a:latin typeface="Aptos" panose="020B0004020202020204" pitchFamily="34" charset="0"/>
              </a:rPr>
              <a:t>null evidence</a:t>
            </a:r>
            <a:endParaRPr lang="zh-CN" altLang="en-US" sz="740" b="1">
              <a:solidFill>
                <a:srgbClr val="4A5B78"/>
              </a:solidFill>
              <a:latin typeface="Aptos" panose="020B0004020202020204" pitchFamily="34" charset="0"/>
            </a:endParaRPr>
          </a:p>
        </p:txBody>
      </p:sp>
      <p:cxnSp>
        <p:nvCxnSpPr>
          <p:cNvPr id="37" name="edge-2">
            <a:extLst>
              <a:ext uri="{FF2B5EF4-FFF2-40B4-BE49-F238E27FC236}">
                <a16:creationId xmlns:a16="http://schemas.microsoft.com/office/drawing/2014/main" id="{E0392616-0D51-B14A-00B6-76EC78C50726}"/>
              </a:ext>
            </a:extLst>
          </p:cNvPr>
          <p:cNvCxnSpPr/>
          <p:nvPr/>
        </p:nvCxnSpPr>
        <p:spPr>
          <a:xfrm>
            <a:off x="7086600" y="3251200"/>
            <a:ext cx="3556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8" name="node-3">
            <a:extLst>
              <a:ext uri="{FF2B5EF4-FFF2-40B4-BE49-F238E27FC236}">
                <a16:creationId xmlns:a16="http://schemas.microsoft.com/office/drawing/2014/main" id="{6526BEAB-1785-A022-E6C4-8A484D8D894A}"/>
              </a:ext>
            </a:extLst>
          </p:cNvPr>
          <p:cNvSpPr/>
          <p:nvPr/>
        </p:nvSpPr>
        <p:spPr>
          <a:xfrm>
            <a:off x="7569200" y="2286000"/>
            <a:ext cx="1752600" cy="167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node-band-3">
            <a:extLst>
              <a:ext uri="{FF2B5EF4-FFF2-40B4-BE49-F238E27FC236}">
                <a16:creationId xmlns:a16="http://schemas.microsoft.com/office/drawing/2014/main" id="{9874D291-1E5B-13F9-3413-1A4B903AE8E9}"/>
              </a:ext>
            </a:extLst>
          </p:cNvPr>
          <p:cNvSpPr/>
          <p:nvPr/>
        </p:nvSpPr>
        <p:spPr>
          <a:xfrm>
            <a:off x="7569200" y="2286000"/>
            <a:ext cx="17526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node-dot-3">
            <a:extLst>
              <a:ext uri="{FF2B5EF4-FFF2-40B4-BE49-F238E27FC236}">
                <a16:creationId xmlns:a16="http://schemas.microsoft.com/office/drawing/2014/main" id="{1A1BC459-03EE-48BB-4B60-EEC84FC01D14}"/>
              </a:ext>
            </a:extLst>
          </p:cNvPr>
          <p:cNvSpPr/>
          <p:nvPr/>
        </p:nvSpPr>
        <p:spPr>
          <a:xfrm>
            <a:off x="8128000" y="2946400"/>
            <a:ext cx="635000" cy="635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node-num-3">
            <a:extLst>
              <a:ext uri="{FF2B5EF4-FFF2-40B4-BE49-F238E27FC236}">
                <a16:creationId xmlns:a16="http://schemas.microsoft.com/office/drawing/2014/main" id="{147B9DFB-FA74-5872-0ACC-889BD5668D8B}"/>
              </a:ext>
            </a:extLst>
          </p:cNvPr>
          <p:cNvSpPr txBox="1"/>
          <p:nvPr/>
        </p:nvSpPr>
        <p:spPr>
          <a:xfrm>
            <a:off x="8369300" y="3073400"/>
            <a:ext cx="203200" cy="276999"/>
          </a:xfrm>
          <a:prstGeom prst="rect">
            <a:avLst/>
          </a:prstGeom>
          <a:noFill/>
        </p:spPr>
        <p:txBody>
          <a:bodyPr vert="horz" wrap="square" lIns="0" tIns="0" rIns="0" bIns="0" rtlCol="0">
            <a:noAutofit/>
          </a:bodyPr>
          <a:lstStyle/>
          <a:p>
            <a:r>
              <a:rPr lang="en-US" altLang="zh-CN" sz="780" b="1">
                <a:solidFill>
                  <a:srgbClr val="FFFFFF"/>
                </a:solidFill>
                <a:latin typeface="Aptos" panose="020B0004020202020204" pitchFamily="34" charset="0"/>
              </a:rPr>
              <a:t>04</a:t>
            </a:r>
            <a:endParaRPr lang="zh-CN" altLang="en-US" sz="780" b="1">
              <a:solidFill>
                <a:srgbClr val="FFFFFF"/>
              </a:solidFill>
              <a:latin typeface="Aptos" panose="020B0004020202020204" pitchFamily="34" charset="0"/>
            </a:endParaRPr>
          </a:p>
        </p:txBody>
      </p:sp>
      <p:sp>
        <p:nvSpPr>
          <p:cNvPr id="42" name="node-role-3">
            <a:extLst>
              <a:ext uri="{FF2B5EF4-FFF2-40B4-BE49-F238E27FC236}">
                <a16:creationId xmlns:a16="http://schemas.microsoft.com/office/drawing/2014/main" id="{5ACAC2C5-1918-2C25-0BC1-AFEB2A45BF35}"/>
              </a:ext>
            </a:extLst>
          </p:cNvPr>
          <p:cNvSpPr txBox="1"/>
          <p:nvPr/>
        </p:nvSpPr>
        <p:spPr>
          <a:xfrm>
            <a:off x="7797800" y="2540000"/>
            <a:ext cx="1371600" cy="276999"/>
          </a:xfrm>
          <a:prstGeom prst="rect">
            <a:avLst/>
          </a:prstGeom>
          <a:noFill/>
        </p:spPr>
        <p:txBody>
          <a:bodyPr vert="horz" wrap="square" lIns="0" tIns="0" rIns="0" bIns="0" rtlCol="0">
            <a:noAutofit/>
          </a:bodyPr>
          <a:lstStyle/>
          <a:p>
            <a:r>
              <a:rPr lang="en-US" altLang="zh-CN" sz="930" b="1">
                <a:solidFill>
                  <a:srgbClr val="071A3D"/>
                </a:solidFill>
                <a:latin typeface="Aptos" panose="020B0004020202020204" pitchFamily="34" charset="0"/>
              </a:rPr>
              <a:t>Attribute</a:t>
            </a:r>
            <a:endParaRPr lang="zh-CN" altLang="en-US" sz="930" b="1">
              <a:solidFill>
                <a:srgbClr val="071A3D"/>
              </a:solidFill>
              <a:latin typeface="Aptos" panose="020B0004020202020204" pitchFamily="34" charset="0"/>
            </a:endParaRPr>
          </a:p>
        </p:txBody>
      </p:sp>
      <p:sp>
        <p:nvSpPr>
          <p:cNvPr id="43" name="node-name-3">
            <a:extLst>
              <a:ext uri="{FF2B5EF4-FFF2-40B4-BE49-F238E27FC236}">
                <a16:creationId xmlns:a16="http://schemas.microsoft.com/office/drawing/2014/main" id="{A47A9A1F-F9FD-A984-BF00-690C7F67FCCE}"/>
              </a:ext>
            </a:extLst>
          </p:cNvPr>
          <p:cNvSpPr txBox="1"/>
          <p:nvPr/>
        </p:nvSpPr>
        <p:spPr>
          <a:xfrm>
            <a:off x="7797800" y="3708400"/>
            <a:ext cx="1371600" cy="276999"/>
          </a:xfrm>
          <a:prstGeom prst="rect">
            <a:avLst/>
          </a:prstGeom>
          <a:noFill/>
        </p:spPr>
        <p:txBody>
          <a:bodyPr vert="horz" wrap="square" lIns="0" tIns="0" rIns="0" bIns="0" rtlCol="0">
            <a:noAutofit/>
          </a:bodyPr>
          <a:lstStyle/>
          <a:p>
            <a:r>
              <a:rPr lang="en-US" altLang="zh-CN" sz="880" b="1">
                <a:solidFill>
                  <a:srgbClr val="B85C00"/>
                </a:solidFill>
                <a:latin typeface="Aptos" panose="020B0004020202020204" pitchFamily="34" charset="0"/>
              </a:rPr>
              <a:t>ProbeTrace</a:t>
            </a:r>
            <a:endParaRPr lang="zh-CN" altLang="en-US" sz="880" b="1">
              <a:solidFill>
                <a:srgbClr val="B85C00"/>
              </a:solidFill>
              <a:latin typeface="Aptos" panose="020B0004020202020204" pitchFamily="34" charset="0"/>
            </a:endParaRPr>
          </a:p>
        </p:txBody>
      </p:sp>
      <p:sp>
        <p:nvSpPr>
          <p:cNvPr id="44" name="node-sub-3">
            <a:extLst>
              <a:ext uri="{FF2B5EF4-FFF2-40B4-BE49-F238E27FC236}">
                <a16:creationId xmlns:a16="http://schemas.microsoft.com/office/drawing/2014/main" id="{F33512D7-DFE3-3FC6-7125-49345CF1F792}"/>
              </a:ext>
            </a:extLst>
          </p:cNvPr>
          <p:cNvSpPr txBox="1"/>
          <p:nvPr/>
        </p:nvSpPr>
        <p:spPr>
          <a:xfrm>
            <a:off x="7797800" y="4216400"/>
            <a:ext cx="1371600" cy="276999"/>
          </a:xfrm>
          <a:prstGeom prst="rect">
            <a:avLst/>
          </a:prstGeom>
          <a:noFill/>
        </p:spPr>
        <p:txBody>
          <a:bodyPr vert="horz" wrap="square" lIns="0" tIns="0" rIns="0" bIns="0" rtlCol="0">
            <a:noAutofit/>
          </a:bodyPr>
          <a:lstStyle/>
          <a:p>
            <a:r>
              <a:rPr lang="en-US" altLang="zh-CN" sz="740" b="1">
                <a:solidFill>
                  <a:srgbClr val="4A5B78"/>
                </a:solidFill>
                <a:latin typeface="Aptos" panose="020B0004020202020204" pitchFamily="34" charset="0"/>
              </a:rPr>
              <a:t>owner proof</a:t>
            </a:r>
            <a:endParaRPr lang="zh-CN" altLang="en-US" sz="740" b="1">
              <a:solidFill>
                <a:srgbClr val="4A5B78"/>
              </a:solidFill>
              <a:latin typeface="Aptos" panose="020B0004020202020204" pitchFamily="34" charset="0"/>
            </a:endParaRPr>
          </a:p>
        </p:txBody>
      </p:sp>
      <p:cxnSp>
        <p:nvCxnSpPr>
          <p:cNvPr id="45" name="edge-3">
            <a:extLst>
              <a:ext uri="{FF2B5EF4-FFF2-40B4-BE49-F238E27FC236}">
                <a16:creationId xmlns:a16="http://schemas.microsoft.com/office/drawing/2014/main" id="{938C5F36-85B2-C7D9-E85E-6A4417FA6E9E}"/>
              </a:ext>
            </a:extLst>
          </p:cNvPr>
          <p:cNvCxnSpPr/>
          <p:nvPr/>
        </p:nvCxnSpPr>
        <p:spPr>
          <a:xfrm>
            <a:off x="9347200" y="3251200"/>
            <a:ext cx="3556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46" name="node-4">
            <a:extLst>
              <a:ext uri="{FF2B5EF4-FFF2-40B4-BE49-F238E27FC236}">
                <a16:creationId xmlns:a16="http://schemas.microsoft.com/office/drawing/2014/main" id="{93ABF048-0A45-6692-EE66-7B95CA4650A7}"/>
              </a:ext>
            </a:extLst>
          </p:cNvPr>
          <p:cNvSpPr/>
          <p:nvPr/>
        </p:nvSpPr>
        <p:spPr>
          <a:xfrm>
            <a:off x="9829800" y="2286000"/>
            <a:ext cx="1752600" cy="167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node-band-4">
            <a:extLst>
              <a:ext uri="{FF2B5EF4-FFF2-40B4-BE49-F238E27FC236}">
                <a16:creationId xmlns:a16="http://schemas.microsoft.com/office/drawing/2014/main" id="{2DE5DF02-95F9-E0F6-FCA4-E5EF39DB158D}"/>
              </a:ext>
            </a:extLst>
          </p:cNvPr>
          <p:cNvSpPr/>
          <p:nvPr/>
        </p:nvSpPr>
        <p:spPr>
          <a:xfrm>
            <a:off x="9829800" y="2286000"/>
            <a:ext cx="17526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node-dot-4">
            <a:extLst>
              <a:ext uri="{FF2B5EF4-FFF2-40B4-BE49-F238E27FC236}">
                <a16:creationId xmlns:a16="http://schemas.microsoft.com/office/drawing/2014/main" id="{AD733062-5C34-D1AD-AD8F-A0F7032B384A}"/>
              </a:ext>
            </a:extLst>
          </p:cNvPr>
          <p:cNvSpPr/>
          <p:nvPr/>
        </p:nvSpPr>
        <p:spPr>
          <a:xfrm>
            <a:off x="10388600" y="2946400"/>
            <a:ext cx="635000" cy="6350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node-num-4">
            <a:extLst>
              <a:ext uri="{FF2B5EF4-FFF2-40B4-BE49-F238E27FC236}">
                <a16:creationId xmlns:a16="http://schemas.microsoft.com/office/drawing/2014/main" id="{71D2F720-B0A4-7225-CC2D-D86F5B5ADFCC}"/>
              </a:ext>
            </a:extLst>
          </p:cNvPr>
          <p:cNvSpPr txBox="1"/>
          <p:nvPr/>
        </p:nvSpPr>
        <p:spPr>
          <a:xfrm>
            <a:off x="10629900" y="3073400"/>
            <a:ext cx="203200" cy="276999"/>
          </a:xfrm>
          <a:prstGeom prst="rect">
            <a:avLst/>
          </a:prstGeom>
          <a:noFill/>
        </p:spPr>
        <p:txBody>
          <a:bodyPr vert="horz" wrap="square" lIns="0" tIns="0" rIns="0" bIns="0" rtlCol="0">
            <a:noAutofit/>
          </a:bodyPr>
          <a:lstStyle/>
          <a:p>
            <a:r>
              <a:rPr lang="en-US" altLang="zh-CN" sz="780" b="1">
                <a:solidFill>
                  <a:srgbClr val="FFFFFF"/>
                </a:solidFill>
                <a:latin typeface="Aptos" panose="020B0004020202020204" pitchFamily="34" charset="0"/>
              </a:rPr>
              <a:t>05</a:t>
            </a:r>
            <a:endParaRPr lang="zh-CN" altLang="en-US" sz="780" b="1">
              <a:solidFill>
                <a:srgbClr val="FFFFFF"/>
              </a:solidFill>
              <a:latin typeface="Aptos" panose="020B0004020202020204" pitchFamily="34" charset="0"/>
            </a:endParaRPr>
          </a:p>
        </p:txBody>
      </p:sp>
      <p:sp>
        <p:nvSpPr>
          <p:cNvPr id="50" name="node-role-4">
            <a:extLst>
              <a:ext uri="{FF2B5EF4-FFF2-40B4-BE49-F238E27FC236}">
                <a16:creationId xmlns:a16="http://schemas.microsoft.com/office/drawing/2014/main" id="{70AA41B5-AC09-0299-8D7F-E772A434025F}"/>
              </a:ext>
            </a:extLst>
          </p:cNvPr>
          <p:cNvSpPr txBox="1"/>
          <p:nvPr/>
        </p:nvSpPr>
        <p:spPr>
          <a:xfrm>
            <a:off x="10058400" y="2540000"/>
            <a:ext cx="1371600" cy="276999"/>
          </a:xfrm>
          <a:prstGeom prst="rect">
            <a:avLst/>
          </a:prstGeom>
          <a:noFill/>
        </p:spPr>
        <p:txBody>
          <a:bodyPr vert="horz" wrap="square" lIns="0" tIns="0" rIns="0" bIns="0" rtlCol="0">
            <a:noAutofit/>
          </a:bodyPr>
          <a:lstStyle/>
          <a:p>
            <a:r>
              <a:rPr lang="en-US" altLang="zh-CN" sz="930" b="1">
                <a:solidFill>
                  <a:srgbClr val="071A3D"/>
                </a:solidFill>
                <a:latin typeface="Aptos" panose="020B0004020202020204" pitchFamily="34" charset="0"/>
              </a:rPr>
              <a:t>Triage</a:t>
            </a:r>
            <a:endParaRPr lang="zh-CN" altLang="en-US" sz="930" b="1">
              <a:solidFill>
                <a:srgbClr val="071A3D"/>
              </a:solidFill>
              <a:latin typeface="Aptos" panose="020B0004020202020204" pitchFamily="34" charset="0"/>
            </a:endParaRPr>
          </a:p>
        </p:txBody>
      </p:sp>
      <p:sp>
        <p:nvSpPr>
          <p:cNvPr id="51" name="node-name-4">
            <a:extLst>
              <a:ext uri="{FF2B5EF4-FFF2-40B4-BE49-F238E27FC236}">
                <a16:creationId xmlns:a16="http://schemas.microsoft.com/office/drawing/2014/main" id="{1FF0BFC7-767A-25B0-6D56-B93336ECE810}"/>
              </a:ext>
            </a:extLst>
          </p:cNvPr>
          <p:cNvSpPr txBox="1"/>
          <p:nvPr/>
        </p:nvSpPr>
        <p:spPr>
          <a:xfrm>
            <a:off x="10058400" y="3708400"/>
            <a:ext cx="1371600" cy="276999"/>
          </a:xfrm>
          <a:prstGeom prst="rect">
            <a:avLst/>
          </a:prstGeom>
          <a:noFill/>
        </p:spPr>
        <p:txBody>
          <a:bodyPr vert="horz" wrap="square" lIns="0" tIns="0" rIns="0" bIns="0" rtlCol="0">
            <a:noAutofit/>
          </a:bodyPr>
          <a:lstStyle/>
          <a:p>
            <a:r>
              <a:rPr lang="en-US" altLang="zh-CN" sz="880" b="1">
                <a:solidFill>
                  <a:srgbClr val="1F7A4D"/>
                </a:solidFill>
                <a:latin typeface="Aptos" panose="020B0004020202020204" pitchFamily="34" charset="0"/>
              </a:rPr>
              <a:t>SealAudit</a:t>
            </a:r>
            <a:endParaRPr lang="zh-CN" altLang="en-US" sz="880" b="1">
              <a:solidFill>
                <a:srgbClr val="1F7A4D"/>
              </a:solidFill>
              <a:latin typeface="Aptos" panose="020B0004020202020204" pitchFamily="34" charset="0"/>
            </a:endParaRPr>
          </a:p>
        </p:txBody>
      </p:sp>
      <p:sp>
        <p:nvSpPr>
          <p:cNvPr id="52" name="node-sub-4">
            <a:extLst>
              <a:ext uri="{FF2B5EF4-FFF2-40B4-BE49-F238E27FC236}">
                <a16:creationId xmlns:a16="http://schemas.microsoft.com/office/drawing/2014/main" id="{2151D2AC-E783-925C-BFA8-1EC093182FD6}"/>
              </a:ext>
            </a:extLst>
          </p:cNvPr>
          <p:cNvSpPr txBox="1"/>
          <p:nvPr/>
        </p:nvSpPr>
        <p:spPr>
          <a:xfrm>
            <a:off x="10058400" y="4216400"/>
            <a:ext cx="1371600" cy="276999"/>
          </a:xfrm>
          <a:prstGeom prst="rect">
            <a:avLst/>
          </a:prstGeom>
          <a:noFill/>
        </p:spPr>
        <p:txBody>
          <a:bodyPr vert="horz" wrap="square" lIns="0" tIns="0" rIns="0" bIns="0" rtlCol="0">
            <a:noAutofit/>
          </a:bodyPr>
          <a:lstStyle/>
          <a:p>
            <a:r>
              <a:rPr lang="en-US" altLang="zh-CN" sz="740" b="1">
                <a:solidFill>
                  <a:srgbClr val="4A5B78"/>
                </a:solidFill>
                <a:latin typeface="Aptos" panose="020B0004020202020204" pitchFamily="34" charset="0"/>
              </a:rPr>
              <a:t>security risk</a:t>
            </a:r>
            <a:endParaRPr lang="zh-CN" altLang="en-US" sz="740" b="1">
              <a:solidFill>
                <a:srgbClr val="4A5B78"/>
              </a:solidFill>
              <a:latin typeface="Aptos" panose="020B0004020202020204" pitchFamily="34" charset="0"/>
            </a:endParaRPr>
          </a:p>
        </p:txBody>
      </p:sp>
      <p:sp>
        <p:nvSpPr>
          <p:cNvPr id="53" name="contract">
            <a:extLst>
              <a:ext uri="{FF2B5EF4-FFF2-40B4-BE49-F238E27FC236}">
                <a16:creationId xmlns:a16="http://schemas.microsoft.com/office/drawing/2014/main" id="{1357F0C4-2F93-624F-6083-2776A35472C7}"/>
              </a:ext>
            </a:extLst>
          </p:cNvPr>
          <p:cNvSpPr/>
          <p:nvPr/>
        </p:nvSpPr>
        <p:spPr>
          <a:xfrm>
            <a:off x="1498600" y="5130800"/>
            <a:ext cx="9194800" cy="635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contract-k">
            <a:extLst>
              <a:ext uri="{FF2B5EF4-FFF2-40B4-BE49-F238E27FC236}">
                <a16:creationId xmlns:a16="http://schemas.microsoft.com/office/drawing/2014/main" id="{F39AA1D7-ACCB-9669-1409-58391CCB461B}"/>
              </a:ext>
            </a:extLst>
          </p:cNvPr>
          <p:cNvSpPr txBox="1"/>
          <p:nvPr/>
        </p:nvSpPr>
        <p:spPr>
          <a:xfrm>
            <a:off x="1905000" y="5295900"/>
            <a:ext cx="2082800" cy="276999"/>
          </a:xfrm>
          <a:prstGeom prst="rect">
            <a:avLst/>
          </a:prstGeom>
          <a:noFill/>
        </p:spPr>
        <p:txBody>
          <a:bodyPr vert="horz" wrap="square" lIns="0" tIns="0" rIns="0" bIns="0" rtlCol="0">
            <a:noAutofit/>
          </a:bodyPr>
          <a:lstStyle/>
          <a:p>
            <a:r>
              <a:rPr lang="en-US" altLang="zh-CN" sz="750" b="1">
                <a:solidFill>
                  <a:srgbClr val="CDE2FA"/>
                </a:solidFill>
                <a:latin typeface="Aptos" panose="020B0004020202020204" pitchFamily="34" charset="0"/>
              </a:rPr>
              <a:t>SHARED EVIDENCE CONTRACT</a:t>
            </a:r>
            <a:endParaRPr lang="zh-CN" altLang="en-US" sz="750" b="1">
              <a:solidFill>
                <a:srgbClr val="CDE2FA"/>
              </a:solidFill>
              <a:latin typeface="Aptos" panose="020B0004020202020204" pitchFamily="34" charset="0"/>
            </a:endParaRPr>
          </a:p>
        </p:txBody>
      </p:sp>
      <p:sp>
        <p:nvSpPr>
          <p:cNvPr id="55" name="contract-t">
            <a:extLst>
              <a:ext uri="{FF2B5EF4-FFF2-40B4-BE49-F238E27FC236}">
                <a16:creationId xmlns:a16="http://schemas.microsoft.com/office/drawing/2014/main" id="{F5845F89-A372-2194-BAAF-E1802B7F4A36}"/>
              </a:ext>
            </a:extLst>
          </p:cNvPr>
          <p:cNvSpPr txBox="1"/>
          <p:nvPr/>
        </p:nvSpPr>
        <p:spPr>
          <a:xfrm>
            <a:off x="4191000" y="5283200"/>
            <a:ext cx="5842000" cy="276999"/>
          </a:xfrm>
          <a:prstGeom prst="rect">
            <a:avLst/>
          </a:prstGeom>
          <a:noFill/>
        </p:spPr>
        <p:txBody>
          <a:bodyPr vert="horz" wrap="square" lIns="0" tIns="0" rIns="0" bIns="0" rtlCol="0">
            <a:noAutofit/>
          </a:bodyPr>
          <a:lstStyle/>
          <a:p>
            <a:r>
              <a:rPr lang="en-US" altLang="zh-CN" sz="1160" b="1">
                <a:solidFill>
                  <a:srgbClr val="FFFFFF"/>
                </a:solidFill>
                <a:latin typeface="Aptos" panose="020B0004020202020204" pitchFamily="34" charset="0"/>
              </a:rPr>
              <a:t>denominator + controls + artifact + access model + boundary</a:t>
            </a:r>
            <a:endParaRPr lang="zh-CN" altLang="en-US" sz="1160" b="1">
              <a:solidFill>
                <a:srgbClr val="FFFFFF"/>
              </a:solidFill>
              <a:latin typeface="Aptos" panose="020B0004020202020204" pitchFamily="34" charset="0"/>
            </a:endParaRPr>
          </a:p>
        </p:txBody>
      </p:sp>
      <p:sp>
        <p:nvSpPr>
          <p:cNvPr id="56" name="footer-hit-5">
            <a:hlinkClick r:id="rId4"/>
            <a:extLst>
              <a:ext uri="{FF2B5EF4-FFF2-40B4-BE49-F238E27FC236}">
                <a16:creationId xmlns:a16="http://schemas.microsoft.com/office/drawing/2014/main" id="{CCBEEB76-8A96-010C-9184-E7E4DDBEFEF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04657285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60"/>
                                        <p:tgtEl>
                                          <p:spTgt spid="14"/>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160"/>
                                        <p:tgtEl>
                                          <p:spTgt spid="16"/>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160"/>
                                        <p:tgtEl>
                                          <p:spTgt spid="17"/>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60"/>
                                        <p:tgtEl>
                                          <p:spTgt spid="18"/>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160"/>
                                        <p:tgtEl>
                                          <p:spTgt spid="19"/>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160"/>
                                        <p:tgtEl>
                                          <p:spTgt spid="41"/>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19" dur="160"/>
                                        <p:tgtEl>
                                          <p:spTgt spid="42"/>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3"/>
                                        </p:tgtEl>
                                        <p:attrNameLst>
                                          <p:attrName>style.visibility</p:attrName>
                                        </p:attrNameLst>
                                      </p:cBhvr>
                                      <p:to>
                                        <p:strVal val="visible"/>
                                      </p:to>
                                    </p:set>
                                    <p:animEffect transition="in" filter="fade">
                                      <p:cBhvr>
                                        <p:cTn id="123" dur="160"/>
                                        <p:tgtEl>
                                          <p:spTgt spid="43"/>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4"/>
                                        </p:tgtEl>
                                        <p:attrNameLst>
                                          <p:attrName>style.visibility</p:attrName>
                                        </p:attrNameLst>
                                      </p:cBhvr>
                                      <p:to>
                                        <p:strVal val="visible"/>
                                      </p:to>
                                    </p:set>
                                    <p:animEffect transition="in" filter="fade">
                                      <p:cBhvr>
                                        <p:cTn id="127" dur="160"/>
                                        <p:tgtEl>
                                          <p:spTgt spid="44"/>
                                        </p:tgtEl>
                                      </p:cBhvr>
                                    </p:animEffect>
                                  </p:childTnLst>
                                </p:cTn>
                              </p:par>
                            </p:childTnLst>
                          </p:cTn>
                        </p:par>
                        <p:par>
                          <p:cTn id="128" fill="hold">
                            <p:stCondLst>
                              <p:cond delay="4960"/>
                            </p:stCondLst>
                            <p:childTnLst>
                              <p:par>
                                <p:cTn id="129" presetID="10" presetClass="entr" presetSubtype="0" fill="hold" nodeType="afterEffect">
                                  <p:stCondLst>
                                    <p:cond delay="0"/>
                                  </p:stCondLst>
                                  <p:childTnLst>
                                    <p:set>
                                      <p:cBhvr>
                                        <p:cTn id="130" dur="1" fill="hold">
                                          <p:stCondLst>
                                            <p:cond delay="0"/>
                                          </p:stCondLst>
                                        </p:cTn>
                                        <p:tgtEl>
                                          <p:spTgt spid="45"/>
                                        </p:tgtEl>
                                        <p:attrNameLst>
                                          <p:attrName>style.visibility</p:attrName>
                                        </p:attrNameLst>
                                      </p:cBhvr>
                                      <p:to>
                                        <p:strVal val="visible"/>
                                      </p:to>
                                    </p:set>
                                    <p:animEffect transition="in" filter="fade">
                                      <p:cBhvr>
                                        <p:cTn id="131" dur="160"/>
                                        <p:tgtEl>
                                          <p:spTgt spid="45"/>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160"/>
                                        <p:tgtEl>
                                          <p:spTgt spid="46"/>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39" dur="160"/>
                                        <p:tgtEl>
                                          <p:spTgt spid="47"/>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160"/>
                                        <p:tgtEl>
                                          <p:spTgt spid="48"/>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9"/>
                                        </p:tgtEl>
                                        <p:attrNameLst>
                                          <p:attrName>style.visibility</p:attrName>
                                        </p:attrNameLst>
                                      </p:cBhvr>
                                      <p:to>
                                        <p:strVal val="visible"/>
                                      </p:to>
                                    </p:set>
                                    <p:animEffect transition="in" filter="fade">
                                      <p:cBhvr>
                                        <p:cTn id="147" dur="160"/>
                                        <p:tgtEl>
                                          <p:spTgt spid="49"/>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160"/>
                                        <p:tgtEl>
                                          <p:spTgt spid="50"/>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1"/>
                                        </p:tgtEl>
                                        <p:attrNameLst>
                                          <p:attrName>style.visibility</p:attrName>
                                        </p:attrNameLst>
                                      </p:cBhvr>
                                      <p:to>
                                        <p:strVal val="visible"/>
                                      </p:to>
                                    </p:set>
                                    <p:animEffect transition="in" filter="fade">
                                      <p:cBhvr>
                                        <p:cTn id="155" dur="160"/>
                                        <p:tgtEl>
                                          <p:spTgt spid="51"/>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2"/>
                                        </p:tgtEl>
                                        <p:attrNameLst>
                                          <p:attrName>style.visibility</p:attrName>
                                        </p:attrNameLst>
                                      </p:cBhvr>
                                      <p:to>
                                        <p:strVal val="visible"/>
                                      </p:to>
                                    </p:set>
                                    <p:animEffect transition="in" filter="fade">
                                      <p:cBhvr>
                                        <p:cTn id="159" dur="160"/>
                                        <p:tgtEl>
                                          <p:spTgt spid="52"/>
                                        </p:tgtEl>
                                      </p:cBhvr>
                                    </p:animEffect>
                                  </p:childTnLst>
                                </p:cTn>
                              </p:par>
                            </p:childTnLst>
                          </p:cTn>
                        </p:par>
                        <p:par>
                          <p:cTn id="160" fill="hold">
                            <p:stCondLst>
                              <p:cond delay="6240"/>
                            </p:stCondLst>
                            <p:childTnLst>
                              <p:par>
                                <p:cTn id="161" presetID="10" presetClass="entr" presetSubtype="0" fill="hold" grpId="0" nodeType="afterEffect">
                                  <p:stCondLst>
                                    <p:cond delay="0"/>
                                  </p:stCondLst>
                                  <p:childTnLst>
                                    <p:set>
                                      <p:cBhvr>
                                        <p:cTn id="162" dur="1" fill="hold">
                                          <p:stCondLst>
                                            <p:cond delay="0"/>
                                          </p:stCondLst>
                                        </p:cTn>
                                        <p:tgtEl>
                                          <p:spTgt spid="53"/>
                                        </p:tgtEl>
                                        <p:attrNameLst>
                                          <p:attrName>style.visibility</p:attrName>
                                        </p:attrNameLst>
                                      </p:cBhvr>
                                      <p:to>
                                        <p:strVal val="visible"/>
                                      </p:to>
                                    </p:set>
                                    <p:animEffect transition="in" filter="fade">
                                      <p:cBhvr>
                                        <p:cTn id="163" dur="160"/>
                                        <p:tgtEl>
                                          <p:spTgt spid="53"/>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4"/>
                                        </p:tgtEl>
                                        <p:attrNameLst>
                                          <p:attrName>style.visibility</p:attrName>
                                        </p:attrNameLst>
                                      </p:cBhvr>
                                      <p:to>
                                        <p:strVal val="visible"/>
                                      </p:to>
                                    </p:set>
                                    <p:animEffect transition="in" filter="fade">
                                      <p:cBhvr>
                                        <p:cTn id="167" dur="160"/>
                                        <p:tgtEl>
                                          <p:spTgt spid="54"/>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5"/>
                                        </p:tgtEl>
                                        <p:attrNameLst>
                                          <p:attrName>style.visibility</p:attrName>
                                        </p:attrNameLst>
                                      </p:cBhvr>
                                      <p:to>
                                        <p:strVal val="visible"/>
                                      </p:to>
                                    </p:set>
                                    <p:animEffect transition="in" filter="fade">
                                      <p:cBhvr>
                                        <p:cTn id="171"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p:bldP spid="18" grpId="0"/>
      <p:bldP spid="19" grpId="0"/>
      <p:bldP spid="20" grpId="0"/>
      <p:bldP spid="22" grpId="0" animBg="1"/>
      <p:bldP spid="23" grpId="0" animBg="1"/>
      <p:bldP spid="24" grpId="0" animBg="1"/>
      <p:bldP spid="25" grpId="0"/>
      <p:bldP spid="26" grpId="0"/>
      <p:bldP spid="27" grpId="0"/>
      <p:bldP spid="28" grpId="0"/>
      <p:bldP spid="30" grpId="0" animBg="1"/>
      <p:bldP spid="31" grpId="0" animBg="1"/>
      <p:bldP spid="32" grpId="0" animBg="1"/>
      <p:bldP spid="33" grpId="0"/>
      <p:bldP spid="34" grpId="0"/>
      <p:bldP spid="35" grpId="0"/>
      <p:bldP spid="36" grpId="0"/>
      <p:bldP spid="38" grpId="0" animBg="1"/>
      <p:bldP spid="39" grpId="0" animBg="1"/>
      <p:bldP spid="40" grpId="0" animBg="1"/>
      <p:bldP spid="41" grpId="0"/>
      <p:bldP spid="42" grpId="0"/>
      <p:bldP spid="43" grpId="0"/>
      <p:bldP spid="44" grpId="0"/>
      <p:bldP spid="46" grpId="0" animBg="1"/>
      <p:bldP spid="47" grpId="0" animBg="1"/>
      <p:bldP spid="48" grpId="0" animBg="1"/>
      <p:bldP spid="49" grpId="0"/>
      <p:bldP spid="50" grpId="0"/>
      <p:bldP spid="51" grpId="0"/>
      <p:bldP spid="52" grpId="0"/>
      <p:bldP spid="53" grpId="0" animBg="1"/>
      <p:bldP spid="54" grpId="0"/>
      <p:bldP spid="5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5333F537-B3C4-3FFA-D768-91A325F2C6E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D156DE0-262E-34EE-FF89-9CADDB146EB7}"/>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1F09C47B-E058-D2F5-1766-63DE360070B8}"/>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DAEC7C1-1CD1-89D0-E2E2-1F5F747AC66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METHOD CORE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A97F820A-37CB-6537-68CB-F41CAE6BC964}"/>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BCF1B177-C2C9-4A2C-18FC-85E6E96A6E68}"/>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CFDDE3D1-C148-8BE0-28C1-43CE4CED775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EA93EE9-F3F6-63D1-F2C6-5B648DEC68E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7C88194D-B505-9295-7DFA-507FA1CF856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Evidence is frozen first; interpretation comes second.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6B8D6DE4-621C-5808-12E4-D02EFE59C886}"/>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method is an admission protocol, not only a collection of detectors.</a:t>
            </a:r>
            <a:endParaRPr lang="zh-CN" altLang="en-US" sz="930">
              <a:solidFill>
                <a:srgbClr val="4A5B78"/>
              </a:solidFill>
              <a:latin typeface="Aptos" panose="020B0004020202020204" pitchFamily="34" charset="0"/>
            </a:endParaRPr>
          </a:p>
        </p:txBody>
      </p:sp>
      <p:sp>
        <p:nvSpPr>
          <p:cNvPr id="13" name="formula">
            <a:extLst>
              <a:ext uri="{FF2B5EF4-FFF2-40B4-BE49-F238E27FC236}">
                <a16:creationId xmlns:a16="http://schemas.microsoft.com/office/drawing/2014/main" id="{A986C7F5-1131-232F-BDB7-7C07B77D2505}"/>
              </a:ext>
            </a:extLst>
          </p:cNvPr>
          <p:cNvSpPr/>
          <p:nvPr/>
        </p:nvSpPr>
        <p:spPr>
          <a:xfrm>
            <a:off x="889000" y="1905000"/>
            <a:ext cx="36830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A6A9B04F-02E6-981C-663A-93952F316387}"/>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evidence object</a:t>
            </a:r>
            <a:endParaRPr lang="zh-CN" altLang="en-US" sz="77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250D1FB3-66F5-5A8C-E77D-E7CEFAD80920}"/>
              </a:ext>
            </a:extLst>
          </p:cNvPr>
          <p:cNvSpPr txBox="1"/>
          <p:nvPr/>
        </p:nvSpPr>
        <p:spPr>
          <a:xfrm>
            <a:off x="1219200" y="2717800"/>
            <a:ext cx="29210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76D61FFA-B8F4-1CAE-BD27-CC723E5B809F}"/>
              </a:ext>
            </a:extLst>
          </p:cNvPr>
          <p:cNvSpPr txBox="1"/>
          <p:nvPr/>
        </p:nvSpPr>
        <p:spPr>
          <a:xfrm>
            <a:off x="1219200" y="3429000"/>
            <a:ext cx="2870200" cy="276999"/>
          </a:xfrm>
          <a:prstGeom prst="rect">
            <a:avLst/>
          </a:prstGeom>
          <a:noFill/>
        </p:spPr>
        <p:txBody>
          <a:bodyPr vert="horz" wrap="square" lIns="0" tIns="0" rIns="0" bIns="0" rtlCol="0">
            <a:noAutofit/>
          </a:bodyPr>
          <a:lstStyle/>
          <a:p>
            <a:r>
              <a:rPr lang="en-US" altLang="zh-CN" sz="980">
                <a:solidFill>
                  <a:srgbClr val="DAE8FA"/>
                </a:solidFill>
                <a:latin typeface="Aptos" panose="020B0004020202020204" pitchFamily="34" charset="0"/>
              </a:rPr>
              <a:t>D denominator
C controls
A artifact and access
H hash | B boundary</a:t>
            </a:r>
            <a:endParaRPr lang="zh-CN" altLang="en-US" sz="980">
              <a:solidFill>
                <a:srgbClr val="DAE8FA"/>
              </a:solidFill>
              <a:latin typeface="Aptos" panose="020B0004020202020204" pitchFamily="34" charset="0"/>
            </a:endParaRPr>
          </a:p>
        </p:txBody>
      </p:sp>
      <p:sp>
        <p:nvSpPr>
          <p:cNvPr id="17" name="algo">
            <a:extLst>
              <a:ext uri="{FF2B5EF4-FFF2-40B4-BE49-F238E27FC236}">
                <a16:creationId xmlns:a16="http://schemas.microsoft.com/office/drawing/2014/main" id="{95C6E0A8-E3D7-4247-D8D1-F337D1227ED6}"/>
              </a:ext>
            </a:extLst>
          </p:cNvPr>
          <p:cNvSpPr/>
          <p:nvPr/>
        </p:nvSpPr>
        <p:spPr>
          <a:xfrm>
            <a:off x="5334000" y="1752600"/>
            <a:ext cx="5334000" cy="2717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lgo-k">
            <a:extLst>
              <a:ext uri="{FF2B5EF4-FFF2-40B4-BE49-F238E27FC236}">
                <a16:creationId xmlns:a16="http://schemas.microsoft.com/office/drawing/2014/main" id="{6F02F101-0711-99D8-1469-477D9387DBFC}"/>
              </a:ext>
            </a:extLst>
          </p:cNvPr>
          <p:cNvSpPr txBox="1"/>
          <p:nvPr/>
        </p:nvSpPr>
        <p:spPr>
          <a:xfrm>
            <a:off x="5689600" y="2057400"/>
            <a:ext cx="1524000" cy="276999"/>
          </a:xfrm>
          <a:prstGeom prst="rect">
            <a:avLst/>
          </a:prstGeom>
          <a:noFill/>
        </p:spPr>
        <p:txBody>
          <a:bodyPr vert="horz" wrap="square" lIns="0" tIns="0" rIns="0" bIns="0" rtlCol="0">
            <a:noAutofit/>
          </a:bodyPr>
          <a:lstStyle/>
          <a:p>
            <a:r>
              <a:rPr lang="en-US" altLang="zh-CN" sz="780" b="1">
                <a:solidFill>
                  <a:srgbClr val="4A5B78"/>
                </a:solidFill>
                <a:latin typeface="Aptos" panose="020B0004020202020204" pitchFamily="34" charset="0"/>
              </a:rPr>
              <a:t>admission protocol</a:t>
            </a:r>
            <a:endParaRPr lang="zh-CN" altLang="en-US" sz="780" b="1">
              <a:solidFill>
                <a:srgbClr val="4A5B78"/>
              </a:solidFill>
              <a:latin typeface="Aptos" panose="020B0004020202020204" pitchFamily="34" charset="0"/>
            </a:endParaRPr>
          </a:p>
        </p:txBody>
      </p:sp>
      <p:sp>
        <p:nvSpPr>
          <p:cNvPr id="19" name="algo-t">
            <a:extLst>
              <a:ext uri="{FF2B5EF4-FFF2-40B4-BE49-F238E27FC236}">
                <a16:creationId xmlns:a16="http://schemas.microsoft.com/office/drawing/2014/main" id="{485EADCB-9BD8-450C-3123-B1D58AC81DCA}"/>
              </a:ext>
            </a:extLst>
          </p:cNvPr>
          <p:cNvSpPr txBox="1"/>
          <p:nvPr/>
        </p:nvSpPr>
        <p:spPr>
          <a:xfrm>
            <a:off x="5689600" y="2463800"/>
            <a:ext cx="4292600" cy="276999"/>
          </a:xfrm>
          <a:prstGeom prst="rect">
            <a:avLst/>
          </a:prstGeom>
          <a:noFill/>
        </p:spPr>
        <p:txBody>
          <a:bodyPr vert="horz" wrap="square" lIns="0" tIns="0" rIns="0" bIns="0" rtlCol="0">
            <a:noAutofit/>
          </a:bodyPr>
          <a:lstStyle/>
          <a:p>
            <a:r>
              <a:rPr lang="en-US" altLang="zh-CN" sz="1400" b="1">
                <a:solidFill>
                  <a:srgbClr val="071A3D"/>
                </a:solidFill>
                <a:latin typeface="Aptos" panose="020B0004020202020204" pitchFamily="34" charset="0"/>
              </a:rPr>
              <a:t>1. freeze denominator and protocol
2. run positive and negative controls
3. preserve result artifact and hash
4. report only the bounded claim
5. abstain when evidence is insufficient</a:t>
            </a:r>
            <a:endParaRPr lang="zh-CN" altLang="en-US" sz="1400" b="1">
              <a:solidFill>
                <a:srgbClr val="071A3D"/>
              </a:solidFill>
              <a:latin typeface="Aptos" panose="020B0004020202020204" pitchFamily="34" charset="0"/>
            </a:endParaRPr>
          </a:p>
        </p:txBody>
      </p:sp>
      <p:sp>
        <p:nvSpPr>
          <p:cNvPr id="20" name="eq-0">
            <a:extLst>
              <a:ext uri="{FF2B5EF4-FFF2-40B4-BE49-F238E27FC236}">
                <a16:creationId xmlns:a16="http://schemas.microsoft.com/office/drawing/2014/main" id="{FCEC4692-6CAF-9058-6412-7E16B9791229}"/>
              </a:ext>
            </a:extLst>
          </p:cNvPr>
          <p:cNvSpPr/>
          <p:nvPr/>
        </p:nvSpPr>
        <p:spPr>
          <a:xfrm>
            <a:off x="13208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eq-band-0">
            <a:extLst>
              <a:ext uri="{FF2B5EF4-FFF2-40B4-BE49-F238E27FC236}">
                <a16:creationId xmlns:a16="http://schemas.microsoft.com/office/drawing/2014/main" id="{79F03DB9-7B59-8F26-94D8-9C1AE75F4F77}"/>
              </a:ext>
            </a:extLst>
          </p:cNvPr>
          <p:cNvSpPr/>
          <p:nvPr/>
        </p:nvSpPr>
        <p:spPr>
          <a:xfrm>
            <a:off x="1320800" y="5054600"/>
            <a:ext cx="635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q-n-0">
            <a:extLst>
              <a:ext uri="{FF2B5EF4-FFF2-40B4-BE49-F238E27FC236}">
                <a16:creationId xmlns:a16="http://schemas.microsoft.com/office/drawing/2014/main" id="{DB8AAE6A-9807-899A-3EA0-5741750FBA57}"/>
              </a:ext>
            </a:extLst>
          </p:cNvPr>
          <p:cNvSpPr txBox="1"/>
          <p:nvPr/>
        </p:nvSpPr>
        <p:spPr>
          <a:xfrm>
            <a:off x="1549400" y="5207000"/>
            <a:ext cx="1219200" cy="276999"/>
          </a:xfrm>
          <a:prstGeom prst="rect">
            <a:avLst/>
          </a:prstGeom>
          <a:noFill/>
        </p:spPr>
        <p:txBody>
          <a:bodyPr vert="horz" wrap="square" lIns="0" tIns="0" rIns="0" bIns="0" rtlCol="0">
            <a:noAutofit/>
          </a:bodyPr>
          <a:lstStyle/>
          <a:p>
            <a:r>
              <a:rPr lang="en-US" altLang="zh-CN" sz="810" b="1">
                <a:solidFill>
                  <a:srgbClr val="168E8B"/>
                </a:solidFill>
                <a:latin typeface="Aptos" panose="020B0004020202020204" pitchFamily="34" charset="0"/>
              </a:rPr>
              <a:t>SemCodebook</a:t>
            </a:r>
            <a:endParaRPr lang="zh-CN" altLang="en-US" sz="810" b="1">
              <a:solidFill>
                <a:srgbClr val="168E8B"/>
              </a:solidFill>
              <a:latin typeface="Aptos" panose="020B0004020202020204" pitchFamily="34" charset="0"/>
            </a:endParaRPr>
          </a:p>
        </p:txBody>
      </p:sp>
      <p:sp>
        <p:nvSpPr>
          <p:cNvPr id="23" name="eq-s-0">
            <a:extLst>
              <a:ext uri="{FF2B5EF4-FFF2-40B4-BE49-F238E27FC236}">
                <a16:creationId xmlns:a16="http://schemas.microsoft.com/office/drawing/2014/main" id="{AFE1A1AC-F08B-B069-07CB-5725803BB8F5}"/>
              </a:ext>
            </a:extLst>
          </p:cNvPr>
          <p:cNvSpPr txBox="1"/>
          <p:nvPr/>
        </p:nvSpPr>
        <p:spPr>
          <a:xfrm>
            <a:off x="15494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recover typed carriers under a keyed schedule</a:t>
            </a:r>
            <a:endParaRPr lang="zh-CN" altLang="en-US" sz="730">
              <a:solidFill>
                <a:srgbClr val="4A5B78"/>
              </a:solidFill>
              <a:latin typeface="Aptos" panose="020B0004020202020204" pitchFamily="34" charset="0"/>
            </a:endParaRPr>
          </a:p>
        </p:txBody>
      </p:sp>
      <p:sp>
        <p:nvSpPr>
          <p:cNvPr id="24" name="eq-1">
            <a:extLst>
              <a:ext uri="{FF2B5EF4-FFF2-40B4-BE49-F238E27FC236}">
                <a16:creationId xmlns:a16="http://schemas.microsoft.com/office/drawing/2014/main" id="{77F1B7CE-A62D-CCCB-96F5-B9F3F0C52BF0}"/>
              </a:ext>
            </a:extLst>
          </p:cNvPr>
          <p:cNvSpPr/>
          <p:nvPr/>
        </p:nvSpPr>
        <p:spPr>
          <a:xfrm>
            <a:off x="45212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eq-band-1">
            <a:extLst>
              <a:ext uri="{FF2B5EF4-FFF2-40B4-BE49-F238E27FC236}">
                <a16:creationId xmlns:a16="http://schemas.microsoft.com/office/drawing/2014/main" id="{405C9D09-4D7E-A085-437B-6B2BB0F37839}"/>
              </a:ext>
            </a:extLst>
          </p:cNvPr>
          <p:cNvSpPr/>
          <p:nvPr/>
        </p:nvSpPr>
        <p:spPr>
          <a:xfrm>
            <a:off x="4521200" y="5054600"/>
            <a:ext cx="635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eq-n-1">
            <a:extLst>
              <a:ext uri="{FF2B5EF4-FFF2-40B4-BE49-F238E27FC236}">
                <a16:creationId xmlns:a16="http://schemas.microsoft.com/office/drawing/2014/main" id="{B7250DCB-7497-8265-D56F-D46E0A2FA2D3}"/>
              </a:ext>
            </a:extLst>
          </p:cNvPr>
          <p:cNvSpPr txBox="1"/>
          <p:nvPr/>
        </p:nvSpPr>
        <p:spPr>
          <a:xfrm>
            <a:off x="4749800" y="5207000"/>
            <a:ext cx="1219200" cy="276999"/>
          </a:xfrm>
          <a:prstGeom prst="rect">
            <a:avLst/>
          </a:prstGeom>
          <a:noFill/>
        </p:spPr>
        <p:txBody>
          <a:bodyPr vert="horz" wrap="square" lIns="0" tIns="0" rIns="0" bIns="0" rtlCol="0">
            <a:noAutofit/>
          </a:bodyPr>
          <a:lstStyle/>
          <a:p>
            <a:r>
              <a:rPr lang="en-US" altLang="zh-CN" sz="810" b="1">
                <a:solidFill>
                  <a:srgbClr val="B85C00"/>
                </a:solidFill>
                <a:latin typeface="Aptos" panose="020B0004020202020204" pitchFamily="34" charset="0"/>
              </a:rPr>
              <a:t>ProbeTrace</a:t>
            </a:r>
            <a:endParaRPr lang="zh-CN" altLang="en-US" sz="810" b="1">
              <a:solidFill>
                <a:srgbClr val="B85C00"/>
              </a:solidFill>
              <a:latin typeface="Aptos" panose="020B0004020202020204" pitchFamily="34" charset="0"/>
            </a:endParaRPr>
          </a:p>
        </p:txBody>
      </p:sp>
      <p:sp>
        <p:nvSpPr>
          <p:cNvPr id="27" name="eq-s-1">
            <a:extLst>
              <a:ext uri="{FF2B5EF4-FFF2-40B4-BE49-F238E27FC236}">
                <a16:creationId xmlns:a16="http://schemas.microsoft.com/office/drawing/2014/main" id="{4E40AEAF-771F-A527-538F-77DAAE60E484}"/>
              </a:ext>
            </a:extLst>
          </p:cNvPr>
          <p:cNvSpPr txBox="1"/>
          <p:nvPr/>
        </p:nvSpPr>
        <p:spPr>
          <a:xfrm>
            <a:off x="47498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margin = s_true - max(s_false)</a:t>
            </a:r>
            <a:endParaRPr lang="zh-CN" altLang="en-US" sz="730">
              <a:solidFill>
                <a:srgbClr val="4A5B78"/>
              </a:solidFill>
              <a:latin typeface="Aptos" panose="020B0004020202020204" pitchFamily="34" charset="0"/>
            </a:endParaRPr>
          </a:p>
        </p:txBody>
      </p:sp>
      <p:sp>
        <p:nvSpPr>
          <p:cNvPr id="28" name="eq-2">
            <a:extLst>
              <a:ext uri="{FF2B5EF4-FFF2-40B4-BE49-F238E27FC236}">
                <a16:creationId xmlns:a16="http://schemas.microsoft.com/office/drawing/2014/main" id="{36700C1C-C653-B36D-CD9F-B7A311FE1599}"/>
              </a:ext>
            </a:extLst>
          </p:cNvPr>
          <p:cNvSpPr/>
          <p:nvPr/>
        </p:nvSpPr>
        <p:spPr>
          <a:xfrm>
            <a:off x="77216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eq-band-2">
            <a:extLst>
              <a:ext uri="{FF2B5EF4-FFF2-40B4-BE49-F238E27FC236}">
                <a16:creationId xmlns:a16="http://schemas.microsoft.com/office/drawing/2014/main" id="{4967BC68-E040-3AA3-2099-3C9E1E5931A3}"/>
              </a:ext>
            </a:extLst>
          </p:cNvPr>
          <p:cNvSpPr/>
          <p:nvPr/>
        </p:nvSpPr>
        <p:spPr>
          <a:xfrm>
            <a:off x="7721600" y="5054600"/>
            <a:ext cx="635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eq-n-2">
            <a:extLst>
              <a:ext uri="{FF2B5EF4-FFF2-40B4-BE49-F238E27FC236}">
                <a16:creationId xmlns:a16="http://schemas.microsoft.com/office/drawing/2014/main" id="{78A28BAA-1585-51B5-79E5-74E2E732393B}"/>
              </a:ext>
            </a:extLst>
          </p:cNvPr>
          <p:cNvSpPr txBox="1"/>
          <p:nvPr/>
        </p:nvSpPr>
        <p:spPr>
          <a:xfrm>
            <a:off x="7950200" y="5207000"/>
            <a:ext cx="1219200" cy="276999"/>
          </a:xfrm>
          <a:prstGeom prst="rect">
            <a:avLst/>
          </a:prstGeom>
          <a:noFill/>
        </p:spPr>
        <p:txBody>
          <a:bodyPr vert="horz" wrap="square" lIns="0" tIns="0" rIns="0" bIns="0" rtlCol="0">
            <a:noAutofit/>
          </a:bodyPr>
          <a:lstStyle/>
          <a:p>
            <a:r>
              <a:rPr lang="en-US" altLang="zh-CN" sz="810" b="1">
                <a:solidFill>
                  <a:srgbClr val="1F7A4D"/>
                </a:solidFill>
                <a:latin typeface="Aptos" panose="020B0004020202020204" pitchFamily="34" charset="0"/>
              </a:rPr>
              <a:t>SealAudit</a:t>
            </a:r>
            <a:endParaRPr lang="zh-CN" altLang="en-US" sz="810" b="1">
              <a:solidFill>
                <a:srgbClr val="1F7A4D"/>
              </a:solidFill>
              <a:latin typeface="Aptos" panose="020B0004020202020204" pitchFamily="34" charset="0"/>
            </a:endParaRPr>
          </a:p>
        </p:txBody>
      </p:sp>
      <p:sp>
        <p:nvSpPr>
          <p:cNvPr id="31" name="eq-s-2">
            <a:extLst>
              <a:ext uri="{FF2B5EF4-FFF2-40B4-BE49-F238E27FC236}">
                <a16:creationId xmlns:a16="http://schemas.microsoft.com/office/drawing/2014/main" id="{C066429C-869D-D47A-DB6C-65555EC54335}"/>
              </a:ext>
            </a:extLst>
          </p:cNvPr>
          <p:cNvSpPr txBox="1"/>
          <p:nvPr/>
        </p:nvSpPr>
        <p:spPr>
          <a:xfrm>
            <a:off x="79502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decision only if confidence crosses triage gate</a:t>
            </a:r>
            <a:endParaRPr lang="zh-CN" altLang="en-US" sz="730">
              <a:solidFill>
                <a:srgbClr val="4A5B78"/>
              </a:solidFill>
              <a:latin typeface="Aptos" panose="020B0004020202020204" pitchFamily="34" charset="0"/>
            </a:endParaRPr>
          </a:p>
        </p:txBody>
      </p:sp>
      <p:sp>
        <p:nvSpPr>
          <p:cNvPr id="32" name="footer-hit-6">
            <a:hlinkClick r:id="rId4"/>
            <a:extLst>
              <a:ext uri="{FF2B5EF4-FFF2-40B4-BE49-F238E27FC236}">
                <a16:creationId xmlns:a16="http://schemas.microsoft.com/office/drawing/2014/main" id="{4B1D8A40-5E0A-450F-4A5B-F6D724E7D3DA}"/>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080842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631AA53C-771E-08AF-FC59-DC73A4D2B20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46C7319-9A76-2963-196D-3C70476846D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55E1CC87-C85A-9576-D292-A081804725D6}"/>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7AB3A9E-12C8-A21F-F733-DBB7D2733F6E}"/>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RESULTS</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84801FA-6355-4225-148B-F8D7FB1E1F6D}"/>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07</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5FD24596-DAEE-EEEE-022C-4A5A84925FB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AA4E54C0-7807-564A-0584-8146BFCB6927}"/>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33B343B6-9B4D-2694-F8B5-27F186516E3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5C8C142B-E3E4-241C-8349-E0F021DDE712}"/>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submitted FYP reports bounded evidence, not one accuracy number.</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B5684A90-D738-4F26-35AC-B2B27B3443E6}"/>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slide uses the submitted dissertation snapshot; later repository continuation is kept separate.</a:t>
            </a:r>
            <a:endParaRPr lang="zh-CN" altLang="en-US" sz="930">
              <a:solidFill>
                <a:srgbClr val="4A5B78"/>
              </a:solidFill>
              <a:latin typeface="Aptos" panose="020B0004020202020204" pitchFamily="34" charset="0"/>
            </a:endParaRPr>
          </a:p>
        </p:txBody>
      </p:sp>
      <p:sp>
        <p:nvSpPr>
          <p:cNvPr id="13" name="audit-label">
            <a:extLst>
              <a:ext uri="{FF2B5EF4-FFF2-40B4-BE49-F238E27FC236}">
                <a16:creationId xmlns:a16="http://schemas.microsoft.com/office/drawing/2014/main" id="{373DB9FD-922F-C833-3844-C17A7FD1F524}"/>
              </a:ext>
            </a:extLst>
          </p:cNvPr>
          <p:cNvSpPr/>
          <p:nvPr/>
        </p:nvSpPr>
        <p:spPr>
          <a:xfrm>
            <a:off x="736600" y="1841500"/>
            <a:ext cx="1422400" cy="381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audit-label-t">
            <a:extLst>
              <a:ext uri="{FF2B5EF4-FFF2-40B4-BE49-F238E27FC236}">
                <a16:creationId xmlns:a16="http://schemas.microsoft.com/office/drawing/2014/main" id="{BD131F10-E70F-018D-4BE5-E06EAB8868CF}"/>
              </a:ext>
            </a:extLst>
          </p:cNvPr>
          <p:cNvSpPr txBox="1"/>
          <p:nvPr/>
        </p:nvSpPr>
        <p:spPr>
          <a:xfrm>
            <a:off x="1016000" y="1955800"/>
            <a:ext cx="8636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EVIDENCE</a:t>
            </a:r>
            <a:endParaRPr lang="zh-CN" altLang="en-US" sz="700" b="1">
              <a:solidFill>
                <a:srgbClr val="FFFFFF"/>
              </a:solidFill>
              <a:latin typeface="Aptos" panose="020B0004020202020204" pitchFamily="34" charset="0"/>
            </a:endParaRPr>
          </a:p>
        </p:txBody>
      </p:sp>
      <p:sp>
        <p:nvSpPr>
          <p:cNvPr id="15" name="audit-col1">
            <a:extLst>
              <a:ext uri="{FF2B5EF4-FFF2-40B4-BE49-F238E27FC236}">
                <a16:creationId xmlns:a16="http://schemas.microsoft.com/office/drawing/2014/main" id="{1A9FC697-7D90-ECC7-88BC-B7C52FCF7C24}"/>
              </a:ext>
            </a:extLst>
          </p:cNvPr>
          <p:cNvSpPr txBox="1"/>
          <p:nvPr/>
        </p:nvSpPr>
        <p:spPr>
          <a:xfrm>
            <a:off x="2895600" y="1955800"/>
            <a:ext cx="15240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numerator / denominator</a:t>
            </a:r>
            <a:endParaRPr lang="zh-CN" altLang="en-US" sz="700" b="1">
              <a:solidFill>
                <a:srgbClr val="4A5B78"/>
              </a:solidFill>
              <a:latin typeface="Aptos" panose="020B0004020202020204" pitchFamily="34" charset="0"/>
            </a:endParaRPr>
          </a:p>
        </p:txBody>
      </p:sp>
      <p:sp>
        <p:nvSpPr>
          <p:cNvPr id="16" name="audit-col2">
            <a:extLst>
              <a:ext uri="{FF2B5EF4-FFF2-40B4-BE49-F238E27FC236}">
                <a16:creationId xmlns:a16="http://schemas.microsoft.com/office/drawing/2014/main" id="{1BF262ED-AC88-95EE-1171-1D517A0A717F}"/>
              </a:ext>
            </a:extLst>
          </p:cNvPr>
          <p:cNvSpPr txBox="1"/>
          <p:nvPr/>
        </p:nvSpPr>
        <p:spPr>
          <a:xfrm>
            <a:off x="5435600" y="1955800"/>
            <a:ext cx="14732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observed evidence</a:t>
            </a:r>
            <a:endParaRPr lang="zh-CN" altLang="en-US" sz="700" b="1">
              <a:solidFill>
                <a:srgbClr val="4A5B78"/>
              </a:solidFill>
              <a:latin typeface="Aptos" panose="020B0004020202020204" pitchFamily="34" charset="0"/>
            </a:endParaRPr>
          </a:p>
        </p:txBody>
      </p:sp>
      <p:sp>
        <p:nvSpPr>
          <p:cNvPr id="17" name="audit-col3">
            <a:extLst>
              <a:ext uri="{FF2B5EF4-FFF2-40B4-BE49-F238E27FC236}">
                <a16:creationId xmlns:a16="http://schemas.microsoft.com/office/drawing/2014/main" id="{C36C11B7-F0B8-B54F-E99F-5E10E638CDEA}"/>
              </a:ext>
            </a:extLst>
          </p:cNvPr>
          <p:cNvSpPr txBox="1"/>
          <p:nvPr/>
        </p:nvSpPr>
        <p:spPr>
          <a:xfrm>
            <a:off x="7747000" y="1955800"/>
            <a:ext cx="15240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admitted claim</a:t>
            </a:r>
            <a:endParaRPr lang="zh-CN" altLang="en-US" sz="700" b="1">
              <a:solidFill>
                <a:srgbClr val="003B7A"/>
              </a:solidFill>
              <a:latin typeface="Aptos" panose="020B0004020202020204" pitchFamily="34" charset="0"/>
            </a:endParaRPr>
          </a:p>
        </p:txBody>
      </p:sp>
      <p:sp>
        <p:nvSpPr>
          <p:cNvPr id="18" name="audit-col4">
            <a:extLst>
              <a:ext uri="{FF2B5EF4-FFF2-40B4-BE49-F238E27FC236}">
                <a16:creationId xmlns:a16="http://schemas.microsoft.com/office/drawing/2014/main" id="{5A68A205-36D6-8511-2ABD-B6145BDF2D0C}"/>
              </a:ext>
            </a:extLst>
          </p:cNvPr>
          <p:cNvSpPr txBox="1"/>
          <p:nvPr/>
        </p:nvSpPr>
        <p:spPr>
          <a:xfrm>
            <a:off x="9829800" y="1955800"/>
            <a:ext cx="1320800" cy="276999"/>
          </a:xfrm>
          <a:prstGeom prst="rect">
            <a:avLst/>
          </a:prstGeom>
          <a:noFill/>
        </p:spPr>
        <p:txBody>
          <a:bodyPr vert="horz" wrap="square" lIns="0" tIns="0" rIns="0" bIns="0" rtlCol="0">
            <a:noAutofit/>
          </a:bodyPr>
          <a:lstStyle/>
          <a:p>
            <a:r>
              <a:rPr lang="en-US" altLang="zh-CN" sz="700" b="1">
                <a:solidFill>
                  <a:srgbClr val="B8293C"/>
                </a:solidFill>
                <a:latin typeface="Aptos" panose="020B0004020202020204" pitchFamily="34" charset="0"/>
              </a:rPr>
              <a:t>blocked claim</a:t>
            </a:r>
            <a:endParaRPr lang="zh-CN" altLang="en-US" sz="700" b="1">
              <a:solidFill>
                <a:srgbClr val="B8293C"/>
              </a:solidFill>
              <a:latin typeface="Aptos" panose="020B0004020202020204" pitchFamily="34" charset="0"/>
            </a:endParaRPr>
          </a:p>
        </p:txBody>
      </p:sp>
      <p:sp>
        <p:nvSpPr>
          <p:cNvPr id="19" name="lane-0">
            <a:extLst>
              <a:ext uri="{FF2B5EF4-FFF2-40B4-BE49-F238E27FC236}">
                <a16:creationId xmlns:a16="http://schemas.microsoft.com/office/drawing/2014/main" id="{C9ABFEB7-4F0C-F335-9927-90D93767495E}"/>
              </a:ext>
            </a:extLst>
          </p:cNvPr>
          <p:cNvSpPr/>
          <p:nvPr/>
        </p:nvSpPr>
        <p:spPr>
          <a:xfrm>
            <a:off x="736600" y="2336800"/>
            <a:ext cx="10718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lane-band-0">
            <a:extLst>
              <a:ext uri="{FF2B5EF4-FFF2-40B4-BE49-F238E27FC236}">
                <a16:creationId xmlns:a16="http://schemas.microsoft.com/office/drawing/2014/main" id="{9D87BD67-F8A3-C337-F100-A4F1EBE4A20A}"/>
              </a:ext>
            </a:extLst>
          </p:cNvPr>
          <p:cNvSpPr/>
          <p:nvPr/>
        </p:nvSpPr>
        <p:spPr>
          <a:xfrm>
            <a:off x="736600" y="2336800"/>
            <a:ext cx="889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lane-name-0">
            <a:extLst>
              <a:ext uri="{FF2B5EF4-FFF2-40B4-BE49-F238E27FC236}">
                <a16:creationId xmlns:a16="http://schemas.microsoft.com/office/drawing/2014/main" id="{1D0B0CCB-C2C2-1134-485C-7D4E917940EF}"/>
              </a:ext>
            </a:extLst>
          </p:cNvPr>
          <p:cNvSpPr txBox="1"/>
          <p:nvPr/>
        </p:nvSpPr>
        <p:spPr>
          <a:xfrm>
            <a:off x="1066800" y="2489200"/>
            <a:ext cx="1422400" cy="276999"/>
          </a:xfrm>
          <a:prstGeom prst="rect">
            <a:avLst/>
          </a:prstGeom>
          <a:noFill/>
        </p:spPr>
        <p:txBody>
          <a:bodyPr vert="horz" wrap="square" lIns="0" tIns="0" rIns="0" bIns="0" rtlCol="0">
            <a:noAutofit/>
          </a:bodyPr>
          <a:lstStyle/>
          <a:p>
            <a:r>
              <a:rPr lang="en-US" altLang="zh-CN" sz="840" b="1">
                <a:solidFill>
                  <a:srgbClr val="003B7A"/>
                </a:solidFill>
                <a:latin typeface="Aptos" panose="020B0004020202020204" pitchFamily="34" charset="0"/>
              </a:rPr>
              <a:t>Benchmark</a:t>
            </a:r>
            <a:endParaRPr lang="zh-CN" altLang="en-US" sz="840" b="1">
              <a:solidFill>
                <a:srgbClr val="003B7A"/>
              </a:solidFill>
              <a:latin typeface="Aptos" panose="020B0004020202020204" pitchFamily="34" charset="0"/>
            </a:endParaRPr>
          </a:p>
        </p:txBody>
      </p:sp>
      <p:sp>
        <p:nvSpPr>
          <p:cNvPr id="22" name="lane-val-0">
            <a:extLst>
              <a:ext uri="{FF2B5EF4-FFF2-40B4-BE49-F238E27FC236}">
                <a16:creationId xmlns:a16="http://schemas.microsoft.com/office/drawing/2014/main" id="{90DE8240-68C8-5493-E95B-7AF1B98E612F}"/>
              </a:ext>
            </a:extLst>
          </p:cNvPr>
          <p:cNvSpPr txBox="1"/>
          <p:nvPr/>
        </p:nvSpPr>
        <p:spPr>
          <a:xfrm>
            <a:off x="2895600" y="2425700"/>
            <a:ext cx="2286000" cy="276999"/>
          </a:xfrm>
          <a:prstGeom prst="rect">
            <a:avLst/>
          </a:prstGeom>
          <a:noFill/>
        </p:spPr>
        <p:txBody>
          <a:bodyPr vert="horz" wrap="square" lIns="0" tIns="0" rIns="0" bIns="0" rtlCol="0">
            <a:noAutofit/>
          </a:bodyPr>
          <a:lstStyle/>
          <a:p>
            <a:r>
              <a:rPr lang="en-US" altLang="zh-CN" sz="1620" b="1">
                <a:solidFill>
                  <a:srgbClr val="071A3D"/>
                </a:solidFill>
                <a:latin typeface="Aptos" panose="020B0004020202020204" pitchFamily="34" charset="0"/>
              </a:rPr>
              <a:t>140/140</a:t>
            </a:r>
            <a:endParaRPr lang="zh-CN" altLang="en-US" sz="1620" b="1">
              <a:solidFill>
                <a:srgbClr val="071A3D"/>
              </a:solidFill>
              <a:latin typeface="Aptos" panose="020B0004020202020204" pitchFamily="34" charset="0"/>
            </a:endParaRPr>
          </a:p>
        </p:txBody>
      </p:sp>
      <p:sp>
        <p:nvSpPr>
          <p:cNvPr id="23" name="lane-desc-0">
            <a:extLst>
              <a:ext uri="{FF2B5EF4-FFF2-40B4-BE49-F238E27FC236}">
                <a16:creationId xmlns:a16="http://schemas.microsoft.com/office/drawing/2014/main" id="{E1F5AA6C-1399-5D3B-4F8C-914730802B09}"/>
              </a:ext>
            </a:extLst>
          </p:cNvPr>
          <p:cNvSpPr txBox="1"/>
          <p:nvPr/>
        </p:nvSpPr>
        <p:spPr>
          <a:xfrm>
            <a:off x="5435600" y="2451100"/>
            <a:ext cx="1930400" cy="276999"/>
          </a:xfrm>
          <a:prstGeom prst="rect">
            <a:avLst/>
          </a:prstGeom>
          <a:noFill/>
        </p:spPr>
        <p:txBody>
          <a:bodyPr vert="horz" wrap="square" lIns="0" tIns="0" rIns="0" bIns="0" rtlCol="0">
            <a:noAutofit/>
          </a:bodyPr>
          <a:lstStyle/>
          <a:p>
            <a:r>
              <a:rPr lang="en-US" altLang="zh-CN" sz="810">
                <a:solidFill>
                  <a:srgbClr val="4A5B78"/>
                </a:solidFill>
                <a:latin typeface="Aptos" panose="020B0004020202020204" pitchFamily="34" charset="0"/>
              </a:rPr>
              <a:t>canonical executable runs</a:t>
            </a:r>
            <a:endParaRPr lang="zh-CN" altLang="en-US" sz="810">
              <a:solidFill>
                <a:srgbClr val="4A5B78"/>
              </a:solidFill>
              <a:latin typeface="Aptos" panose="020B0004020202020204" pitchFamily="34" charset="0"/>
            </a:endParaRPr>
          </a:p>
        </p:txBody>
      </p:sp>
      <p:sp>
        <p:nvSpPr>
          <p:cNvPr id="24" name="lane-ctrl-0">
            <a:extLst>
              <a:ext uri="{FF2B5EF4-FFF2-40B4-BE49-F238E27FC236}">
                <a16:creationId xmlns:a16="http://schemas.microsoft.com/office/drawing/2014/main" id="{8ACA3C1B-FD31-6C24-2071-137B85DA8EFC}"/>
              </a:ext>
            </a:extLst>
          </p:cNvPr>
          <p:cNvSpPr txBox="1"/>
          <p:nvPr/>
        </p:nvSpPr>
        <p:spPr>
          <a:xfrm>
            <a:off x="7747000" y="2451100"/>
            <a:ext cx="1803400" cy="276999"/>
          </a:xfrm>
          <a:prstGeom prst="rect">
            <a:avLst/>
          </a:prstGeom>
          <a:noFill/>
        </p:spPr>
        <p:txBody>
          <a:bodyPr vert="horz" wrap="square" lIns="0" tIns="0" rIns="0" bIns="0" rtlCol="0">
            <a:noAutofit/>
          </a:bodyPr>
          <a:lstStyle/>
          <a:p>
            <a:r>
              <a:rPr lang="en-US" altLang="zh-CN" sz="830" b="1">
                <a:solidFill>
                  <a:srgbClr val="071A3D"/>
                </a:solidFill>
                <a:latin typeface="Aptos" panose="020B0004020202020204" pitchFamily="34" charset="0"/>
              </a:rPr>
              <a:t>fixed denominator</a:t>
            </a:r>
            <a:endParaRPr lang="zh-CN" altLang="en-US" sz="830" b="1">
              <a:solidFill>
                <a:srgbClr val="071A3D"/>
              </a:solidFill>
              <a:latin typeface="Aptos" panose="020B0004020202020204" pitchFamily="34" charset="0"/>
            </a:endParaRPr>
          </a:p>
        </p:txBody>
      </p:sp>
      <p:sp>
        <p:nvSpPr>
          <p:cNvPr id="25" name="lane-block-0">
            <a:extLst>
              <a:ext uri="{FF2B5EF4-FFF2-40B4-BE49-F238E27FC236}">
                <a16:creationId xmlns:a16="http://schemas.microsoft.com/office/drawing/2014/main" id="{A72A501C-75FC-AACA-5D34-244516333DC4}"/>
              </a:ext>
            </a:extLst>
          </p:cNvPr>
          <p:cNvSpPr txBox="1"/>
          <p:nvPr/>
        </p:nvSpPr>
        <p:spPr>
          <a:xfrm>
            <a:off x="9829800" y="2451100"/>
            <a:ext cx="1320800" cy="276999"/>
          </a:xfrm>
          <a:prstGeom prst="rect">
            <a:avLst/>
          </a:prstGeom>
          <a:noFill/>
        </p:spPr>
        <p:txBody>
          <a:bodyPr vert="horz" wrap="square" lIns="0" tIns="0" rIns="0" bIns="0" rtlCol="0">
            <a:noAutofit/>
          </a:bodyPr>
          <a:lstStyle/>
          <a:p>
            <a:r>
              <a:rPr lang="en-US" altLang="zh-CN" sz="740" b="1">
                <a:solidFill>
                  <a:srgbClr val="B8293C"/>
                </a:solidFill>
                <a:latin typeface="Aptos" panose="020B0004020202020204" pitchFamily="34" charset="0"/>
              </a:rPr>
              <a:t>method success</a:t>
            </a:r>
            <a:endParaRPr lang="zh-CN" altLang="en-US" sz="740" b="1">
              <a:solidFill>
                <a:srgbClr val="B8293C"/>
              </a:solidFill>
              <a:latin typeface="Aptos" panose="020B0004020202020204" pitchFamily="34" charset="0"/>
            </a:endParaRPr>
          </a:p>
        </p:txBody>
      </p:sp>
      <p:sp>
        <p:nvSpPr>
          <p:cNvPr id="26" name="lane-1">
            <a:extLst>
              <a:ext uri="{FF2B5EF4-FFF2-40B4-BE49-F238E27FC236}">
                <a16:creationId xmlns:a16="http://schemas.microsoft.com/office/drawing/2014/main" id="{A6AD8773-D140-E547-ABE4-2195332A01E4}"/>
              </a:ext>
            </a:extLst>
          </p:cNvPr>
          <p:cNvSpPr/>
          <p:nvPr/>
        </p:nvSpPr>
        <p:spPr>
          <a:xfrm>
            <a:off x="736600" y="2946400"/>
            <a:ext cx="10718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lane-band-1">
            <a:extLst>
              <a:ext uri="{FF2B5EF4-FFF2-40B4-BE49-F238E27FC236}">
                <a16:creationId xmlns:a16="http://schemas.microsoft.com/office/drawing/2014/main" id="{7816A830-EAD7-9DF4-FB9D-C4745D16A924}"/>
              </a:ext>
            </a:extLst>
          </p:cNvPr>
          <p:cNvSpPr/>
          <p:nvPr/>
        </p:nvSpPr>
        <p:spPr>
          <a:xfrm>
            <a:off x="736600" y="2946400"/>
            <a:ext cx="88900" cy="533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lane-name-1">
            <a:extLst>
              <a:ext uri="{FF2B5EF4-FFF2-40B4-BE49-F238E27FC236}">
                <a16:creationId xmlns:a16="http://schemas.microsoft.com/office/drawing/2014/main" id="{01BBCFC0-8C40-17AD-A589-975D52FAA105}"/>
              </a:ext>
            </a:extLst>
          </p:cNvPr>
          <p:cNvSpPr txBox="1"/>
          <p:nvPr/>
        </p:nvSpPr>
        <p:spPr>
          <a:xfrm>
            <a:off x="1066800" y="3098800"/>
            <a:ext cx="1422400" cy="276999"/>
          </a:xfrm>
          <a:prstGeom prst="rect">
            <a:avLst/>
          </a:prstGeom>
          <a:noFill/>
        </p:spPr>
        <p:txBody>
          <a:bodyPr vert="horz" wrap="square" lIns="0" tIns="0" rIns="0" bIns="0" rtlCol="0">
            <a:noAutofit/>
          </a:bodyPr>
          <a:lstStyle/>
          <a:p>
            <a:r>
              <a:rPr lang="en-US" altLang="zh-CN" sz="840" b="1">
                <a:solidFill>
                  <a:srgbClr val="168E8B"/>
                </a:solidFill>
                <a:latin typeface="Aptos" panose="020B0004020202020204" pitchFamily="34" charset="0"/>
              </a:rPr>
              <a:t>SemCodebook</a:t>
            </a:r>
            <a:endParaRPr lang="zh-CN" altLang="en-US" sz="840" b="1">
              <a:solidFill>
                <a:srgbClr val="168E8B"/>
              </a:solidFill>
              <a:latin typeface="Aptos" panose="020B0004020202020204" pitchFamily="34" charset="0"/>
            </a:endParaRPr>
          </a:p>
        </p:txBody>
      </p:sp>
      <p:sp>
        <p:nvSpPr>
          <p:cNvPr id="29" name="lane-val-1">
            <a:extLst>
              <a:ext uri="{FF2B5EF4-FFF2-40B4-BE49-F238E27FC236}">
                <a16:creationId xmlns:a16="http://schemas.microsoft.com/office/drawing/2014/main" id="{EB6E129E-3B9E-0ED4-6123-D477EBB18F81}"/>
              </a:ext>
            </a:extLst>
          </p:cNvPr>
          <p:cNvSpPr txBox="1"/>
          <p:nvPr/>
        </p:nvSpPr>
        <p:spPr>
          <a:xfrm>
            <a:off x="2895600" y="3035300"/>
            <a:ext cx="2286000" cy="276999"/>
          </a:xfrm>
          <a:prstGeom prst="rect">
            <a:avLst/>
          </a:prstGeom>
          <a:noFill/>
        </p:spPr>
        <p:txBody>
          <a:bodyPr vert="horz" wrap="square" lIns="0" tIns="0" rIns="0" bIns="0" rtlCol="0">
            <a:noAutofit/>
          </a:bodyPr>
          <a:lstStyle/>
          <a:p>
            <a:r>
              <a:rPr lang="en-US" altLang="zh-CN" sz="1620" b="1">
                <a:solidFill>
                  <a:srgbClr val="071A3D"/>
                </a:solidFill>
                <a:latin typeface="Aptos" panose="020B0004020202020204" pitchFamily="34" charset="0"/>
              </a:rPr>
              <a:t>23,342/24,000</a:t>
            </a:r>
            <a:endParaRPr lang="zh-CN" altLang="en-US" sz="1620" b="1">
              <a:solidFill>
                <a:srgbClr val="071A3D"/>
              </a:solidFill>
              <a:latin typeface="Aptos" panose="020B0004020202020204" pitchFamily="34" charset="0"/>
            </a:endParaRPr>
          </a:p>
        </p:txBody>
      </p:sp>
      <p:sp>
        <p:nvSpPr>
          <p:cNvPr id="30" name="lane-desc-1">
            <a:extLst>
              <a:ext uri="{FF2B5EF4-FFF2-40B4-BE49-F238E27FC236}">
                <a16:creationId xmlns:a16="http://schemas.microsoft.com/office/drawing/2014/main" id="{A81A1177-2DD2-EA26-E83C-7D93B74AEEE2}"/>
              </a:ext>
            </a:extLst>
          </p:cNvPr>
          <p:cNvSpPr txBox="1"/>
          <p:nvPr/>
        </p:nvSpPr>
        <p:spPr>
          <a:xfrm>
            <a:off x="5435600" y="3060700"/>
            <a:ext cx="1930400" cy="276999"/>
          </a:xfrm>
          <a:prstGeom prst="rect">
            <a:avLst/>
          </a:prstGeom>
          <a:noFill/>
        </p:spPr>
        <p:txBody>
          <a:bodyPr vert="horz" wrap="square" lIns="0" tIns="0" rIns="0" bIns="0" rtlCol="0">
            <a:noAutofit/>
          </a:bodyPr>
          <a:lstStyle/>
          <a:p>
            <a:r>
              <a:rPr lang="en-US" altLang="zh-CN" sz="810">
                <a:solidFill>
                  <a:srgbClr val="4A5B78"/>
                </a:solidFill>
                <a:latin typeface="Aptos" panose="020B0004020202020204" pitchFamily="34" charset="0"/>
              </a:rPr>
              <a:t>positive recoveries</a:t>
            </a:r>
            <a:endParaRPr lang="zh-CN" altLang="en-US" sz="810">
              <a:solidFill>
                <a:srgbClr val="4A5B78"/>
              </a:solidFill>
              <a:latin typeface="Aptos" panose="020B0004020202020204" pitchFamily="34" charset="0"/>
            </a:endParaRPr>
          </a:p>
        </p:txBody>
      </p:sp>
      <p:sp>
        <p:nvSpPr>
          <p:cNvPr id="31" name="lane-ctrl-1">
            <a:extLst>
              <a:ext uri="{FF2B5EF4-FFF2-40B4-BE49-F238E27FC236}">
                <a16:creationId xmlns:a16="http://schemas.microsoft.com/office/drawing/2014/main" id="{ABA6D4D4-280D-DC06-C8A0-122E1E914D60}"/>
              </a:ext>
            </a:extLst>
          </p:cNvPr>
          <p:cNvSpPr txBox="1"/>
          <p:nvPr/>
        </p:nvSpPr>
        <p:spPr>
          <a:xfrm>
            <a:off x="7747000" y="3060700"/>
            <a:ext cx="1803400" cy="276999"/>
          </a:xfrm>
          <a:prstGeom prst="rect">
            <a:avLst/>
          </a:prstGeom>
          <a:noFill/>
        </p:spPr>
        <p:txBody>
          <a:bodyPr vert="horz" wrap="square" lIns="0" tIns="0" rIns="0" bIns="0" rtlCol="0">
            <a:noAutofit/>
          </a:bodyPr>
          <a:lstStyle/>
          <a:p>
            <a:r>
              <a:rPr lang="en-US" altLang="zh-CN" sz="830" b="1">
                <a:solidFill>
                  <a:srgbClr val="071A3D"/>
                </a:solidFill>
                <a:latin typeface="Aptos" panose="020B0004020202020204" pitchFamily="34" charset="0"/>
              </a:rPr>
              <a:t>white-box provenance</a:t>
            </a:r>
            <a:endParaRPr lang="zh-CN" altLang="en-US" sz="830" b="1">
              <a:solidFill>
                <a:srgbClr val="071A3D"/>
              </a:solidFill>
              <a:latin typeface="Aptos" panose="020B0004020202020204" pitchFamily="34" charset="0"/>
            </a:endParaRPr>
          </a:p>
        </p:txBody>
      </p:sp>
      <p:sp>
        <p:nvSpPr>
          <p:cNvPr id="32" name="lane-block-1">
            <a:extLst>
              <a:ext uri="{FF2B5EF4-FFF2-40B4-BE49-F238E27FC236}">
                <a16:creationId xmlns:a16="http://schemas.microsoft.com/office/drawing/2014/main" id="{3C633E96-CFB9-8778-B8B7-587596698ABA}"/>
              </a:ext>
            </a:extLst>
          </p:cNvPr>
          <p:cNvSpPr txBox="1"/>
          <p:nvPr/>
        </p:nvSpPr>
        <p:spPr>
          <a:xfrm>
            <a:off x="9829800" y="3060700"/>
            <a:ext cx="1320800" cy="276999"/>
          </a:xfrm>
          <a:prstGeom prst="rect">
            <a:avLst/>
          </a:prstGeom>
          <a:noFill/>
        </p:spPr>
        <p:txBody>
          <a:bodyPr vert="horz" wrap="square" lIns="0" tIns="0" rIns="0" bIns="0" rtlCol="0">
            <a:noAutofit/>
          </a:bodyPr>
          <a:lstStyle/>
          <a:p>
            <a:r>
              <a:rPr lang="en-US" altLang="zh-CN" sz="740" b="1">
                <a:solidFill>
                  <a:srgbClr val="B8293C"/>
                </a:solidFill>
                <a:latin typeface="Aptos" panose="020B0004020202020204" pitchFamily="34" charset="0"/>
              </a:rPr>
              <a:t>universal watermarking</a:t>
            </a:r>
            <a:endParaRPr lang="zh-CN" altLang="en-US" sz="740" b="1">
              <a:solidFill>
                <a:srgbClr val="B8293C"/>
              </a:solidFill>
              <a:latin typeface="Aptos" panose="020B0004020202020204" pitchFamily="34" charset="0"/>
            </a:endParaRPr>
          </a:p>
        </p:txBody>
      </p:sp>
      <p:sp>
        <p:nvSpPr>
          <p:cNvPr id="33" name="lane-2">
            <a:extLst>
              <a:ext uri="{FF2B5EF4-FFF2-40B4-BE49-F238E27FC236}">
                <a16:creationId xmlns:a16="http://schemas.microsoft.com/office/drawing/2014/main" id="{EFB31778-DF0F-82C6-4FAA-B46DF5D4B268}"/>
              </a:ext>
            </a:extLst>
          </p:cNvPr>
          <p:cNvSpPr/>
          <p:nvPr/>
        </p:nvSpPr>
        <p:spPr>
          <a:xfrm>
            <a:off x="736600" y="3556000"/>
            <a:ext cx="10718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lane-band-2">
            <a:extLst>
              <a:ext uri="{FF2B5EF4-FFF2-40B4-BE49-F238E27FC236}">
                <a16:creationId xmlns:a16="http://schemas.microsoft.com/office/drawing/2014/main" id="{23B16B8E-EB5C-5F2E-0467-16D2FBDB1CCD}"/>
              </a:ext>
            </a:extLst>
          </p:cNvPr>
          <p:cNvSpPr/>
          <p:nvPr/>
        </p:nvSpPr>
        <p:spPr>
          <a:xfrm>
            <a:off x="736600" y="3556000"/>
            <a:ext cx="88900" cy="533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lane-name-2">
            <a:extLst>
              <a:ext uri="{FF2B5EF4-FFF2-40B4-BE49-F238E27FC236}">
                <a16:creationId xmlns:a16="http://schemas.microsoft.com/office/drawing/2014/main" id="{0B0C7E7A-2581-2195-654F-86B2DD39B759}"/>
              </a:ext>
            </a:extLst>
          </p:cNvPr>
          <p:cNvSpPr txBox="1"/>
          <p:nvPr/>
        </p:nvSpPr>
        <p:spPr>
          <a:xfrm>
            <a:off x="1066800" y="3708400"/>
            <a:ext cx="1422400" cy="276999"/>
          </a:xfrm>
          <a:prstGeom prst="rect">
            <a:avLst/>
          </a:prstGeom>
          <a:noFill/>
        </p:spPr>
        <p:txBody>
          <a:bodyPr vert="horz" wrap="square" lIns="0" tIns="0" rIns="0" bIns="0" rtlCol="0">
            <a:noAutofit/>
          </a:bodyPr>
          <a:lstStyle/>
          <a:p>
            <a:r>
              <a:rPr lang="en-US" altLang="zh-CN" sz="840" b="1">
                <a:solidFill>
                  <a:srgbClr val="5B45C8"/>
                </a:solidFill>
                <a:latin typeface="Aptos" panose="020B0004020202020204" pitchFamily="34" charset="0"/>
              </a:rPr>
              <a:t>CodeDye</a:t>
            </a:r>
            <a:endParaRPr lang="zh-CN" altLang="en-US" sz="840" b="1">
              <a:solidFill>
                <a:srgbClr val="5B45C8"/>
              </a:solidFill>
              <a:latin typeface="Aptos" panose="020B0004020202020204" pitchFamily="34" charset="0"/>
            </a:endParaRPr>
          </a:p>
        </p:txBody>
      </p:sp>
      <p:sp>
        <p:nvSpPr>
          <p:cNvPr id="36" name="lane-val-2">
            <a:extLst>
              <a:ext uri="{FF2B5EF4-FFF2-40B4-BE49-F238E27FC236}">
                <a16:creationId xmlns:a16="http://schemas.microsoft.com/office/drawing/2014/main" id="{D6C95B26-611F-7EDA-C4DE-47AE7AC0CF17}"/>
              </a:ext>
            </a:extLst>
          </p:cNvPr>
          <p:cNvSpPr txBox="1"/>
          <p:nvPr/>
        </p:nvSpPr>
        <p:spPr>
          <a:xfrm>
            <a:off x="2895600" y="3644900"/>
            <a:ext cx="2286000" cy="276999"/>
          </a:xfrm>
          <a:prstGeom prst="rect">
            <a:avLst/>
          </a:prstGeom>
          <a:noFill/>
        </p:spPr>
        <p:txBody>
          <a:bodyPr vert="horz" wrap="square" lIns="0" tIns="0" rIns="0" bIns="0" rtlCol="0">
            <a:noAutofit/>
          </a:bodyPr>
          <a:lstStyle/>
          <a:p>
            <a:r>
              <a:rPr lang="en-US" altLang="zh-CN" sz="1620" b="1">
                <a:solidFill>
                  <a:srgbClr val="071A3D"/>
                </a:solidFill>
                <a:latin typeface="Aptos" panose="020B0004020202020204" pitchFamily="34" charset="0"/>
              </a:rPr>
              <a:t>6/300</a:t>
            </a:r>
            <a:endParaRPr lang="zh-CN" altLang="en-US" sz="1620" b="1">
              <a:solidFill>
                <a:srgbClr val="071A3D"/>
              </a:solidFill>
              <a:latin typeface="Aptos" panose="020B0004020202020204" pitchFamily="34" charset="0"/>
            </a:endParaRPr>
          </a:p>
        </p:txBody>
      </p:sp>
      <p:sp>
        <p:nvSpPr>
          <p:cNvPr id="37" name="lane-desc-2">
            <a:extLst>
              <a:ext uri="{FF2B5EF4-FFF2-40B4-BE49-F238E27FC236}">
                <a16:creationId xmlns:a16="http://schemas.microsoft.com/office/drawing/2014/main" id="{015C9CAD-A57C-ADBB-C62E-BAF0F8F89383}"/>
              </a:ext>
            </a:extLst>
          </p:cNvPr>
          <p:cNvSpPr txBox="1"/>
          <p:nvPr/>
        </p:nvSpPr>
        <p:spPr>
          <a:xfrm>
            <a:off x="5435600" y="3670300"/>
            <a:ext cx="1930400" cy="276999"/>
          </a:xfrm>
          <a:prstGeom prst="rect">
            <a:avLst/>
          </a:prstGeom>
          <a:noFill/>
        </p:spPr>
        <p:txBody>
          <a:bodyPr vert="horz" wrap="square" lIns="0" tIns="0" rIns="0" bIns="0" rtlCol="0">
            <a:noAutofit/>
          </a:bodyPr>
          <a:lstStyle/>
          <a:p>
            <a:r>
              <a:rPr lang="en-US" altLang="zh-CN" sz="810">
                <a:solidFill>
                  <a:srgbClr val="4A5B78"/>
                </a:solidFill>
                <a:latin typeface="Aptos" panose="020B0004020202020204" pitchFamily="34" charset="0"/>
              </a:rPr>
              <a:t>sparse live signals</a:t>
            </a:r>
            <a:endParaRPr lang="zh-CN" altLang="en-US" sz="810">
              <a:solidFill>
                <a:srgbClr val="4A5B78"/>
              </a:solidFill>
              <a:latin typeface="Aptos" panose="020B0004020202020204" pitchFamily="34" charset="0"/>
            </a:endParaRPr>
          </a:p>
        </p:txBody>
      </p:sp>
      <p:sp>
        <p:nvSpPr>
          <p:cNvPr id="38" name="lane-ctrl-2">
            <a:extLst>
              <a:ext uri="{FF2B5EF4-FFF2-40B4-BE49-F238E27FC236}">
                <a16:creationId xmlns:a16="http://schemas.microsoft.com/office/drawing/2014/main" id="{720145CD-5BBB-5781-73AF-97A6522A87A2}"/>
              </a:ext>
            </a:extLst>
          </p:cNvPr>
          <p:cNvSpPr txBox="1"/>
          <p:nvPr/>
        </p:nvSpPr>
        <p:spPr>
          <a:xfrm>
            <a:off x="7747000" y="3670300"/>
            <a:ext cx="1803400" cy="276999"/>
          </a:xfrm>
          <a:prstGeom prst="rect">
            <a:avLst/>
          </a:prstGeom>
          <a:noFill/>
        </p:spPr>
        <p:txBody>
          <a:bodyPr vert="horz" wrap="square" lIns="0" tIns="0" rIns="0" bIns="0" rtlCol="0">
            <a:noAutofit/>
          </a:bodyPr>
          <a:lstStyle/>
          <a:p>
            <a:r>
              <a:rPr lang="en-US" altLang="zh-CN" sz="830" b="1">
                <a:solidFill>
                  <a:srgbClr val="071A3D"/>
                </a:solidFill>
                <a:latin typeface="Aptos" panose="020B0004020202020204" pitchFamily="34" charset="0"/>
              </a:rPr>
              <a:t>null-audit evidence</a:t>
            </a:r>
            <a:endParaRPr lang="zh-CN" altLang="en-US" sz="830" b="1">
              <a:solidFill>
                <a:srgbClr val="071A3D"/>
              </a:solidFill>
              <a:latin typeface="Aptos" panose="020B0004020202020204" pitchFamily="34" charset="0"/>
            </a:endParaRPr>
          </a:p>
        </p:txBody>
      </p:sp>
      <p:sp>
        <p:nvSpPr>
          <p:cNvPr id="39" name="lane-block-2">
            <a:extLst>
              <a:ext uri="{FF2B5EF4-FFF2-40B4-BE49-F238E27FC236}">
                <a16:creationId xmlns:a16="http://schemas.microsoft.com/office/drawing/2014/main" id="{F7AB372C-6FE4-1E0C-ABC5-7A3C9E1B9DDE}"/>
              </a:ext>
            </a:extLst>
          </p:cNvPr>
          <p:cNvSpPr txBox="1"/>
          <p:nvPr/>
        </p:nvSpPr>
        <p:spPr>
          <a:xfrm>
            <a:off x="9829800" y="3670300"/>
            <a:ext cx="1320800" cy="276999"/>
          </a:xfrm>
          <a:prstGeom prst="rect">
            <a:avLst/>
          </a:prstGeom>
          <a:noFill/>
        </p:spPr>
        <p:txBody>
          <a:bodyPr vert="horz" wrap="square" lIns="0" tIns="0" rIns="0" bIns="0" rtlCol="0">
            <a:noAutofit/>
          </a:bodyPr>
          <a:lstStyle/>
          <a:p>
            <a:r>
              <a:rPr lang="en-US" altLang="zh-CN" sz="740" b="1">
                <a:solidFill>
                  <a:srgbClr val="B8293C"/>
                </a:solidFill>
                <a:latin typeface="Aptos" panose="020B0004020202020204" pitchFamily="34" charset="0"/>
              </a:rPr>
              <a:t>contamination proof</a:t>
            </a:r>
            <a:endParaRPr lang="zh-CN" altLang="en-US" sz="740" b="1">
              <a:solidFill>
                <a:srgbClr val="B8293C"/>
              </a:solidFill>
              <a:latin typeface="Aptos" panose="020B0004020202020204" pitchFamily="34" charset="0"/>
            </a:endParaRPr>
          </a:p>
        </p:txBody>
      </p:sp>
      <p:sp>
        <p:nvSpPr>
          <p:cNvPr id="40" name="lane-3">
            <a:extLst>
              <a:ext uri="{FF2B5EF4-FFF2-40B4-BE49-F238E27FC236}">
                <a16:creationId xmlns:a16="http://schemas.microsoft.com/office/drawing/2014/main" id="{6737DDF4-A073-872E-06C5-3CCB3788C6E5}"/>
              </a:ext>
            </a:extLst>
          </p:cNvPr>
          <p:cNvSpPr/>
          <p:nvPr/>
        </p:nvSpPr>
        <p:spPr>
          <a:xfrm>
            <a:off x="736600" y="4165600"/>
            <a:ext cx="10718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lane-band-3">
            <a:extLst>
              <a:ext uri="{FF2B5EF4-FFF2-40B4-BE49-F238E27FC236}">
                <a16:creationId xmlns:a16="http://schemas.microsoft.com/office/drawing/2014/main" id="{063C59F8-C54C-8101-68F0-C5DB0CB426CC}"/>
              </a:ext>
            </a:extLst>
          </p:cNvPr>
          <p:cNvSpPr/>
          <p:nvPr/>
        </p:nvSpPr>
        <p:spPr>
          <a:xfrm>
            <a:off x="736600" y="4165600"/>
            <a:ext cx="88900" cy="533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lane-name-3">
            <a:extLst>
              <a:ext uri="{FF2B5EF4-FFF2-40B4-BE49-F238E27FC236}">
                <a16:creationId xmlns:a16="http://schemas.microsoft.com/office/drawing/2014/main" id="{21202F32-9605-98B8-B62F-5A38457ADB81}"/>
              </a:ext>
            </a:extLst>
          </p:cNvPr>
          <p:cNvSpPr txBox="1"/>
          <p:nvPr/>
        </p:nvSpPr>
        <p:spPr>
          <a:xfrm>
            <a:off x="1066800" y="4318000"/>
            <a:ext cx="1422400" cy="276999"/>
          </a:xfrm>
          <a:prstGeom prst="rect">
            <a:avLst/>
          </a:prstGeom>
          <a:noFill/>
        </p:spPr>
        <p:txBody>
          <a:bodyPr vert="horz" wrap="square" lIns="0" tIns="0" rIns="0" bIns="0" rtlCol="0">
            <a:noAutofit/>
          </a:bodyPr>
          <a:lstStyle/>
          <a:p>
            <a:r>
              <a:rPr lang="en-US" altLang="zh-CN" sz="840" b="1">
                <a:solidFill>
                  <a:srgbClr val="B85C00"/>
                </a:solidFill>
                <a:latin typeface="Aptos" panose="020B0004020202020204" pitchFamily="34" charset="0"/>
              </a:rPr>
              <a:t>ProbeTrace</a:t>
            </a:r>
            <a:endParaRPr lang="zh-CN" altLang="en-US" sz="840" b="1">
              <a:solidFill>
                <a:srgbClr val="B85C00"/>
              </a:solidFill>
              <a:latin typeface="Aptos" panose="020B0004020202020204" pitchFamily="34" charset="0"/>
            </a:endParaRPr>
          </a:p>
        </p:txBody>
      </p:sp>
      <p:sp>
        <p:nvSpPr>
          <p:cNvPr id="43" name="lane-val-3">
            <a:extLst>
              <a:ext uri="{FF2B5EF4-FFF2-40B4-BE49-F238E27FC236}">
                <a16:creationId xmlns:a16="http://schemas.microsoft.com/office/drawing/2014/main" id="{6895359D-4E7B-CF21-5D84-E31B3ED85D25}"/>
              </a:ext>
            </a:extLst>
          </p:cNvPr>
          <p:cNvSpPr txBox="1"/>
          <p:nvPr/>
        </p:nvSpPr>
        <p:spPr>
          <a:xfrm>
            <a:off x="2895600" y="4254500"/>
            <a:ext cx="2286000" cy="276999"/>
          </a:xfrm>
          <a:prstGeom prst="rect">
            <a:avLst/>
          </a:prstGeom>
          <a:noFill/>
        </p:spPr>
        <p:txBody>
          <a:bodyPr vert="horz" wrap="square" lIns="0" tIns="0" rIns="0" bIns="0" rtlCol="0">
            <a:noAutofit/>
          </a:bodyPr>
          <a:lstStyle/>
          <a:p>
            <a:r>
              <a:rPr lang="en-US" altLang="zh-CN" sz="1620" b="1">
                <a:solidFill>
                  <a:srgbClr val="071A3D"/>
                </a:solidFill>
                <a:latin typeface="Aptos" panose="020B0004020202020204" pitchFamily="34" charset="0"/>
              </a:rPr>
              <a:t>300/300</a:t>
            </a:r>
            <a:endParaRPr lang="zh-CN" altLang="en-US" sz="1620" b="1">
              <a:solidFill>
                <a:srgbClr val="071A3D"/>
              </a:solidFill>
              <a:latin typeface="Aptos" panose="020B0004020202020204" pitchFamily="34" charset="0"/>
            </a:endParaRPr>
          </a:p>
        </p:txBody>
      </p:sp>
      <p:sp>
        <p:nvSpPr>
          <p:cNvPr id="44" name="lane-desc-3">
            <a:extLst>
              <a:ext uri="{FF2B5EF4-FFF2-40B4-BE49-F238E27FC236}">
                <a16:creationId xmlns:a16="http://schemas.microsoft.com/office/drawing/2014/main" id="{83B51238-3D3B-87BE-DF82-8B8D8D94E94B}"/>
              </a:ext>
            </a:extLst>
          </p:cNvPr>
          <p:cNvSpPr txBox="1"/>
          <p:nvPr/>
        </p:nvSpPr>
        <p:spPr>
          <a:xfrm>
            <a:off x="5435600" y="4279900"/>
            <a:ext cx="1930400" cy="276999"/>
          </a:xfrm>
          <a:prstGeom prst="rect">
            <a:avLst/>
          </a:prstGeom>
          <a:noFill/>
        </p:spPr>
        <p:txBody>
          <a:bodyPr vert="horz" wrap="square" lIns="0" tIns="0" rIns="0" bIns="0" rtlCol="0">
            <a:noAutofit/>
          </a:bodyPr>
          <a:lstStyle/>
          <a:p>
            <a:r>
              <a:rPr lang="en-US" altLang="zh-CN" sz="810">
                <a:solidFill>
                  <a:srgbClr val="4A5B78"/>
                </a:solidFill>
                <a:latin typeface="Aptos" panose="020B0004020202020204" pitchFamily="34" charset="0"/>
              </a:rPr>
              <a:t>scoped owner decisions</a:t>
            </a:r>
            <a:endParaRPr lang="zh-CN" altLang="en-US" sz="810">
              <a:solidFill>
                <a:srgbClr val="4A5B78"/>
              </a:solidFill>
              <a:latin typeface="Aptos" panose="020B0004020202020204" pitchFamily="34" charset="0"/>
            </a:endParaRPr>
          </a:p>
        </p:txBody>
      </p:sp>
      <p:sp>
        <p:nvSpPr>
          <p:cNvPr id="45" name="lane-ctrl-3">
            <a:extLst>
              <a:ext uri="{FF2B5EF4-FFF2-40B4-BE49-F238E27FC236}">
                <a16:creationId xmlns:a16="http://schemas.microsoft.com/office/drawing/2014/main" id="{B8DB96FD-7F93-0A1C-9CC8-855A013EB99F}"/>
              </a:ext>
            </a:extLst>
          </p:cNvPr>
          <p:cNvSpPr txBox="1"/>
          <p:nvPr/>
        </p:nvSpPr>
        <p:spPr>
          <a:xfrm>
            <a:off x="7747000" y="4279900"/>
            <a:ext cx="1803400" cy="276999"/>
          </a:xfrm>
          <a:prstGeom prst="rect">
            <a:avLst/>
          </a:prstGeom>
          <a:noFill/>
        </p:spPr>
        <p:txBody>
          <a:bodyPr vert="horz" wrap="square" lIns="0" tIns="0" rIns="0" bIns="0" rtlCol="0">
            <a:noAutofit/>
          </a:bodyPr>
          <a:lstStyle/>
          <a:p>
            <a:r>
              <a:rPr lang="en-US" altLang="zh-CN" sz="830" b="1">
                <a:solidFill>
                  <a:srgbClr val="071A3D"/>
                </a:solidFill>
                <a:latin typeface="Aptos" panose="020B0004020202020204" pitchFamily="34" charset="0"/>
              </a:rPr>
              <a:t>owner attribution</a:t>
            </a:r>
            <a:endParaRPr lang="zh-CN" altLang="en-US" sz="830" b="1">
              <a:solidFill>
                <a:srgbClr val="071A3D"/>
              </a:solidFill>
              <a:latin typeface="Aptos" panose="020B0004020202020204" pitchFamily="34" charset="0"/>
            </a:endParaRPr>
          </a:p>
        </p:txBody>
      </p:sp>
      <p:sp>
        <p:nvSpPr>
          <p:cNvPr id="46" name="lane-block-3">
            <a:extLst>
              <a:ext uri="{FF2B5EF4-FFF2-40B4-BE49-F238E27FC236}">
                <a16:creationId xmlns:a16="http://schemas.microsoft.com/office/drawing/2014/main" id="{940C8076-457C-C9B3-93BF-5B8ACD2B47F5}"/>
              </a:ext>
            </a:extLst>
          </p:cNvPr>
          <p:cNvSpPr txBox="1"/>
          <p:nvPr/>
        </p:nvSpPr>
        <p:spPr>
          <a:xfrm>
            <a:off x="9829800" y="4279900"/>
            <a:ext cx="1320800" cy="276999"/>
          </a:xfrm>
          <a:prstGeom prst="rect">
            <a:avLst/>
          </a:prstGeom>
          <a:noFill/>
        </p:spPr>
        <p:txBody>
          <a:bodyPr vert="horz" wrap="square" lIns="0" tIns="0" rIns="0" bIns="0" rtlCol="0">
            <a:noAutofit/>
          </a:bodyPr>
          <a:lstStyle/>
          <a:p>
            <a:r>
              <a:rPr lang="en-US" altLang="zh-CN" sz="740" b="1">
                <a:solidFill>
                  <a:srgbClr val="B8293C"/>
                </a:solidFill>
                <a:latin typeface="Aptos" panose="020B0004020202020204" pitchFamily="34" charset="0"/>
              </a:rPr>
              <a:t>provider-general</a:t>
            </a:r>
            <a:endParaRPr lang="zh-CN" altLang="en-US" sz="740" b="1">
              <a:solidFill>
                <a:srgbClr val="B8293C"/>
              </a:solidFill>
              <a:latin typeface="Aptos" panose="020B0004020202020204" pitchFamily="34" charset="0"/>
            </a:endParaRPr>
          </a:p>
        </p:txBody>
      </p:sp>
      <p:sp>
        <p:nvSpPr>
          <p:cNvPr id="47" name="lane-4">
            <a:extLst>
              <a:ext uri="{FF2B5EF4-FFF2-40B4-BE49-F238E27FC236}">
                <a16:creationId xmlns:a16="http://schemas.microsoft.com/office/drawing/2014/main" id="{C5B8C70E-7B0D-CB68-ABB2-F3A6821421AA}"/>
              </a:ext>
            </a:extLst>
          </p:cNvPr>
          <p:cNvSpPr/>
          <p:nvPr/>
        </p:nvSpPr>
        <p:spPr>
          <a:xfrm>
            <a:off x="736600" y="4775200"/>
            <a:ext cx="10718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lane-band-4">
            <a:extLst>
              <a:ext uri="{FF2B5EF4-FFF2-40B4-BE49-F238E27FC236}">
                <a16:creationId xmlns:a16="http://schemas.microsoft.com/office/drawing/2014/main" id="{7D99738E-50B3-6A39-C028-BD1C8E6FC727}"/>
              </a:ext>
            </a:extLst>
          </p:cNvPr>
          <p:cNvSpPr/>
          <p:nvPr/>
        </p:nvSpPr>
        <p:spPr>
          <a:xfrm>
            <a:off x="736600" y="4775200"/>
            <a:ext cx="88900" cy="533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lane-name-4">
            <a:extLst>
              <a:ext uri="{FF2B5EF4-FFF2-40B4-BE49-F238E27FC236}">
                <a16:creationId xmlns:a16="http://schemas.microsoft.com/office/drawing/2014/main" id="{2074580A-0C21-2541-6848-99241513D585}"/>
              </a:ext>
            </a:extLst>
          </p:cNvPr>
          <p:cNvSpPr txBox="1"/>
          <p:nvPr/>
        </p:nvSpPr>
        <p:spPr>
          <a:xfrm>
            <a:off x="1066800" y="4927600"/>
            <a:ext cx="1422400" cy="276999"/>
          </a:xfrm>
          <a:prstGeom prst="rect">
            <a:avLst/>
          </a:prstGeom>
          <a:noFill/>
        </p:spPr>
        <p:txBody>
          <a:bodyPr vert="horz" wrap="square" lIns="0" tIns="0" rIns="0" bIns="0" rtlCol="0">
            <a:noAutofit/>
          </a:bodyPr>
          <a:lstStyle/>
          <a:p>
            <a:r>
              <a:rPr lang="en-US" altLang="zh-CN" sz="840" b="1">
                <a:solidFill>
                  <a:srgbClr val="1F7A4D"/>
                </a:solidFill>
                <a:latin typeface="Aptos" panose="020B0004020202020204" pitchFamily="34" charset="0"/>
              </a:rPr>
              <a:t>SealAudit</a:t>
            </a:r>
            <a:endParaRPr lang="zh-CN" altLang="en-US" sz="840" b="1">
              <a:solidFill>
                <a:srgbClr val="1F7A4D"/>
              </a:solidFill>
              <a:latin typeface="Aptos" panose="020B0004020202020204" pitchFamily="34" charset="0"/>
            </a:endParaRPr>
          </a:p>
        </p:txBody>
      </p:sp>
      <p:sp>
        <p:nvSpPr>
          <p:cNvPr id="50" name="lane-val-4">
            <a:extLst>
              <a:ext uri="{FF2B5EF4-FFF2-40B4-BE49-F238E27FC236}">
                <a16:creationId xmlns:a16="http://schemas.microsoft.com/office/drawing/2014/main" id="{4C562106-DBDE-0A67-BF38-EB50E27AF911}"/>
              </a:ext>
            </a:extLst>
          </p:cNvPr>
          <p:cNvSpPr txBox="1"/>
          <p:nvPr/>
        </p:nvSpPr>
        <p:spPr>
          <a:xfrm>
            <a:off x="2895600" y="4864100"/>
            <a:ext cx="2286000" cy="276999"/>
          </a:xfrm>
          <a:prstGeom prst="rect">
            <a:avLst/>
          </a:prstGeom>
          <a:noFill/>
        </p:spPr>
        <p:txBody>
          <a:bodyPr vert="horz" wrap="square" lIns="0" tIns="0" rIns="0" bIns="0" rtlCol="0">
            <a:noAutofit/>
          </a:bodyPr>
          <a:lstStyle/>
          <a:p>
            <a:r>
              <a:rPr lang="en-US" altLang="zh-CN" sz="1620" b="1">
                <a:solidFill>
                  <a:srgbClr val="071A3D"/>
                </a:solidFill>
                <a:latin typeface="Aptos" panose="020B0004020202020204" pitchFamily="34" charset="0"/>
              </a:rPr>
              <a:t>81/960</a:t>
            </a:r>
            <a:endParaRPr lang="zh-CN" altLang="en-US" sz="1620" b="1">
              <a:solidFill>
                <a:srgbClr val="071A3D"/>
              </a:solidFill>
              <a:latin typeface="Aptos" panose="020B0004020202020204" pitchFamily="34" charset="0"/>
            </a:endParaRPr>
          </a:p>
        </p:txBody>
      </p:sp>
      <p:sp>
        <p:nvSpPr>
          <p:cNvPr id="51" name="lane-desc-4">
            <a:extLst>
              <a:ext uri="{FF2B5EF4-FFF2-40B4-BE49-F238E27FC236}">
                <a16:creationId xmlns:a16="http://schemas.microsoft.com/office/drawing/2014/main" id="{29B35F3E-F6D2-9215-4DA0-79B9EF04B86E}"/>
              </a:ext>
            </a:extLst>
          </p:cNvPr>
          <p:cNvSpPr txBox="1"/>
          <p:nvPr/>
        </p:nvSpPr>
        <p:spPr>
          <a:xfrm>
            <a:off x="5435600" y="4889500"/>
            <a:ext cx="1930400" cy="276999"/>
          </a:xfrm>
          <a:prstGeom prst="rect">
            <a:avLst/>
          </a:prstGeom>
          <a:noFill/>
        </p:spPr>
        <p:txBody>
          <a:bodyPr vert="horz" wrap="square" lIns="0" tIns="0" rIns="0" bIns="0" rtlCol="0">
            <a:noAutofit/>
          </a:bodyPr>
          <a:lstStyle/>
          <a:p>
            <a:r>
              <a:rPr lang="en-US" altLang="zh-CN" sz="810">
                <a:solidFill>
                  <a:srgbClr val="4A5B78"/>
                </a:solidFill>
                <a:latin typeface="Aptos" panose="020B0004020202020204" pitchFamily="34" charset="0"/>
              </a:rPr>
              <a:t>decisive triage rows</a:t>
            </a:r>
            <a:endParaRPr lang="zh-CN" altLang="en-US" sz="810">
              <a:solidFill>
                <a:srgbClr val="4A5B78"/>
              </a:solidFill>
              <a:latin typeface="Aptos" panose="020B0004020202020204" pitchFamily="34" charset="0"/>
            </a:endParaRPr>
          </a:p>
        </p:txBody>
      </p:sp>
      <p:sp>
        <p:nvSpPr>
          <p:cNvPr id="52" name="lane-ctrl-4">
            <a:extLst>
              <a:ext uri="{FF2B5EF4-FFF2-40B4-BE49-F238E27FC236}">
                <a16:creationId xmlns:a16="http://schemas.microsoft.com/office/drawing/2014/main" id="{175173D3-406B-CA8A-505F-7BB6F45BEA9D}"/>
              </a:ext>
            </a:extLst>
          </p:cNvPr>
          <p:cNvSpPr txBox="1"/>
          <p:nvPr/>
        </p:nvSpPr>
        <p:spPr>
          <a:xfrm>
            <a:off x="7747000" y="4889500"/>
            <a:ext cx="1803400" cy="276999"/>
          </a:xfrm>
          <a:prstGeom prst="rect">
            <a:avLst/>
          </a:prstGeom>
          <a:noFill/>
        </p:spPr>
        <p:txBody>
          <a:bodyPr vert="horz" wrap="square" lIns="0" tIns="0" rIns="0" bIns="0" rtlCol="0">
            <a:noAutofit/>
          </a:bodyPr>
          <a:lstStyle/>
          <a:p>
            <a:r>
              <a:rPr lang="en-US" altLang="zh-CN" sz="830" b="1">
                <a:solidFill>
                  <a:srgbClr val="071A3D"/>
                </a:solidFill>
                <a:latin typeface="Aptos" panose="020B0004020202020204" pitchFamily="34" charset="0"/>
              </a:rPr>
              <a:t>selective triage</a:t>
            </a:r>
            <a:endParaRPr lang="zh-CN" altLang="en-US" sz="830" b="1">
              <a:solidFill>
                <a:srgbClr val="071A3D"/>
              </a:solidFill>
              <a:latin typeface="Aptos" panose="020B0004020202020204" pitchFamily="34" charset="0"/>
            </a:endParaRPr>
          </a:p>
        </p:txBody>
      </p:sp>
      <p:sp>
        <p:nvSpPr>
          <p:cNvPr id="53" name="lane-block-4">
            <a:extLst>
              <a:ext uri="{FF2B5EF4-FFF2-40B4-BE49-F238E27FC236}">
                <a16:creationId xmlns:a16="http://schemas.microsoft.com/office/drawing/2014/main" id="{80542D4B-9ECE-D918-FD0A-4A00A42C21A3}"/>
              </a:ext>
            </a:extLst>
          </p:cNvPr>
          <p:cNvSpPr txBox="1"/>
          <p:nvPr/>
        </p:nvSpPr>
        <p:spPr>
          <a:xfrm>
            <a:off x="9829800" y="4889500"/>
            <a:ext cx="1320800" cy="276999"/>
          </a:xfrm>
          <a:prstGeom prst="rect">
            <a:avLst/>
          </a:prstGeom>
          <a:noFill/>
        </p:spPr>
        <p:txBody>
          <a:bodyPr vert="horz" wrap="square" lIns="0" tIns="0" rIns="0" bIns="0" rtlCol="0">
            <a:noAutofit/>
          </a:bodyPr>
          <a:lstStyle/>
          <a:p>
            <a:r>
              <a:rPr lang="en-US" altLang="zh-CN" sz="740" b="1">
                <a:solidFill>
                  <a:srgbClr val="B8293C"/>
                </a:solidFill>
                <a:latin typeface="Aptos" panose="020B0004020202020204" pitchFamily="34" charset="0"/>
              </a:rPr>
              <a:t>safety certificate</a:t>
            </a:r>
            <a:endParaRPr lang="zh-CN" altLang="en-US" sz="740" b="1">
              <a:solidFill>
                <a:srgbClr val="B8293C"/>
              </a:solidFill>
              <a:latin typeface="Aptos" panose="020B0004020202020204" pitchFamily="34" charset="0"/>
            </a:endParaRPr>
          </a:p>
        </p:txBody>
      </p:sp>
      <p:sp>
        <p:nvSpPr>
          <p:cNvPr id="54" name="call">
            <a:extLst>
              <a:ext uri="{FF2B5EF4-FFF2-40B4-BE49-F238E27FC236}">
                <a16:creationId xmlns:a16="http://schemas.microsoft.com/office/drawing/2014/main" id="{2F5A0E5B-D907-4A1D-4C8F-E2F2C8E5EBDB}"/>
              </a:ext>
            </a:extLst>
          </p:cNvPr>
          <p:cNvSpPr/>
          <p:nvPr/>
        </p:nvSpPr>
        <p:spPr>
          <a:xfrm>
            <a:off x="1422400" y="5562600"/>
            <a:ext cx="9347200" cy="406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call-t">
            <a:extLst>
              <a:ext uri="{FF2B5EF4-FFF2-40B4-BE49-F238E27FC236}">
                <a16:creationId xmlns:a16="http://schemas.microsoft.com/office/drawing/2014/main" id="{DB984A53-8614-6CF3-58D1-8860E5B35658}"/>
              </a:ext>
            </a:extLst>
          </p:cNvPr>
          <p:cNvSpPr txBox="1"/>
          <p:nvPr/>
        </p:nvSpPr>
        <p:spPr>
          <a:xfrm>
            <a:off x="1803400" y="5689600"/>
            <a:ext cx="85598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No result is promoted without denominator, controls, artifact, and boundary.</a:t>
            </a:r>
            <a:endParaRPr lang="zh-CN" altLang="en-US" sz="820" b="1">
              <a:solidFill>
                <a:srgbClr val="FFFFFF"/>
              </a:solidFill>
              <a:latin typeface="Aptos" panose="020B0004020202020204" pitchFamily="34" charset="0"/>
            </a:endParaRPr>
          </a:p>
        </p:txBody>
      </p:sp>
      <p:sp>
        <p:nvSpPr>
          <p:cNvPr id="56" name="footer-hit-7">
            <a:hlinkClick r:id="rId4"/>
            <a:extLst>
              <a:ext uri="{FF2B5EF4-FFF2-40B4-BE49-F238E27FC236}">
                <a16:creationId xmlns:a16="http://schemas.microsoft.com/office/drawing/2014/main" id="{AC15F81B-E3AB-BF99-B735-219702F0AD91}"/>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4528711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7"/>
                                        </p:tgtEl>
                                        <p:attrNameLst>
                                          <p:attrName>style.visibility</p:attrName>
                                        </p:attrNameLst>
                                      </p:cBhvr>
                                      <p:to>
                                        <p:strVal val="visible"/>
                                      </p:to>
                                    </p:set>
                                    <p:animEffect transition="in" filter="fade">
                                      <p:cBhvr>
                                        <p:cTn id="143" dur="160"/>
                                        <p:tgtEl>
                                          <p:spTgt spid="47"/>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160"/>
                                        <p:tgtEl>
                                          <p:spTgt spid="48"/>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9"/>
                                        </p:tgtEl>
                                        <p:attrNameLst>
                                          <p:attrName>style.visibility</p:attrName>
                                        </p:attrNameLst>
                                      </p:cBhvr>
                                      <p:to>
                                        <p:strVal val="visible"/>
                                      </p:to>
                                    </p:set>
                                    <p:animEffect transition="in" filter="fade">
                                      <p:cBhvr>
                                        <p:cTn id="151" dur="160"/>
                                        <p:tgtEl>
                                          <p:spTgt spid="49"/>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160"/>
                                        <p:tgtEl>
                                          <p:spTgt spid="50"/>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1"/>
                                        </p:tgtEl>
                                        <p:attrNameLst>
                                          <p:attrName>style.visibility</p:attrName>
                                        </p:attrNameLst>
                                      </p:cBhvr>
                                      <p:to>
                                        <p:strVal val="visible"/>
                                      </p:to>
                                    </p:set>
                                    <p:animEffect transition="in" filter="fade">
                                      <p:cBhvr>
                                        <p:cTn id="159" dur="160"/>
                                        <p:tgtEl>
                                          <p:spTgt spid="51"/>
                                        </p:tgtEl>
                                      </p:cBhvr>
                                    </p:animEffect>
                                  </p:childTnLst>
                                </p:cTn>
                              </p:par>
                            </p:childTnLst>
                          </p:cTn>
                        </p:par>
                        <p:par>
                          <p:cTn id="160" fill="hold">
                            <p:stCondLst>
                              <p:cond delay="6240"/>
                            </p:stCondLst>
                            <p:childTnLst>
                              <p:par>
                                <p:cTn id="161" presetID="10" presetClass="entr" presetSubtype="0" fill="hold" grpId="0" nodeType="afterEffect">
                                  <p:stCondLst>
                                    <p:cond delay="0"/>
                                  </p:stCondLst>
                                  <p:childTnLst>
                                    <p:set>
                                      <p:cBhvr>
                                        <p:cTn id="162" dur="1" fill="hold">
                                          <p:stCondLst>
                                            <p:cond delay="0"/>
                                          </p:stCondLst>
                                        </p:cTn>
                                        <p:tgtEl>
                                          <p:spTgt spid="52"/>
                                        </p:tgtEl>
                                        <p:attrNameLst>
                                          <p:attrName>style.visibility</p:attrName>
                                        </p:attrNameLst>
                                      </p:cBhvr>
                                      <p:to>
                                        <p:strVal val="visible"/>
                                      </p:to>
                                    </p:set>
                                    <p:animEffect transition="in" filter="fade">
                                      <p:cBhvr>
                                        <p:cTn id="163" dur="160"/>
                                        <p:tgtEl>
                                          <p:spTgt spid="52"/>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3"/>
                                        </p:tgtEl>
                                        <p:attrNameLst>
                                          <p:attrName>style.visibility</p:attrName>
                                        </p:attrNameLst>
                                      </p:cBhvr>
                                      <p:to>
                                        <p:strVal val="visible"/>
                                      </p:to>
                                    </p:set>
                                    <p:animEffect transition="in" filter="fade">
                                      <p:cBhvr>
                                        <p:cTn id="167" dur="160"/>
                                        <p:tgtEl>
                                          <p:spTgt spid="53"/>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1" dur="160"/>
                                        <p:tgtEl>
                                          <p:spTgt spid="54"/>
                                        </p:tgtEl>
                                      </p:cBhvr>
                                    </p:animEffect>
                                  </p:childTnLst>
                                </p:cTn>
                              </p:par>
                            </p:childTnLst>
                          </p:cTn>
                        </p:par>
                        <p:par>
                          <p:cTn id="172" fill="hold">
                            <p:stCondLst>
                              <p:cond delay="6720"/>
                            </p:stCondLst>
                            <p:childTnLst>
                              <p:par>
                                <p:cTn id="173" presetID="10" presetClass="entr" presetSubtype="0" fill="hold" grpId="0" nodeType="afterEffect">
                                  <p:stCondLst>
                                    <p:cond delay="0"/>
                                  </p:stCondLst>
                                  <p:childTnLst>
                                    <p:set>
                                      <p:cBhvr>
                                        <p:cTn id="174" dur="1" fill="hold">
                                          <p:stCondLst>
                                            <p:cond delay="0"/>
                                          </p:stCondLst>
                                        </p:cTn>
                                        <p:tgtEl>
                                          <p:spTgt spid="55"/>
                                        </p:tgtEl>
                                        <p:attrNameLst>
                                          <p:attrName>style.visibility</p:attrName>
                                        </p:attrNameLst>
                                      </p:cBhvr>
                                      <p:to>
                                        <p:strVal val="visible"/>
                                      </p:to>
                                    </p:set>
                                    <p:animEffect transition="in" filter="fade">
                                      <p:cBhvr>
                                        <p:cTn id="175"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p:bldP spid="18" grpId="0"/>
      <p:bldP spid="19" grpId="0" animBg="1"/>
      <p:bldP spid="20" grpId="0" animBg="1"/>
      <p:bldP spid="21" grpId="0"/>
      <p:bldP spid="22" grpId="0"/>
      <p:bldP spid="23" grpId="0"/>
      <p:bldP spid="24" grpId="0"/>
      <p:bldP spid="25" grpId="0"/>
      <p:bldP spid="26" grpId="0" animBg="1"/>
      <p:bldP spid="27" grpId="0" animBg="1"/>
      <p:bldP spid="28" grpId="0"/>
      <p:bldP spid="29" grpId="0"/>
      <p:bldP spid="30" grpId="0"/>
      <p:bldP spid="31" grpId="0"/>
      <p:bldP spid="32" grpId="0"/>
      <p:bldP spid="33" grpId="0" animBg="1"/>
      <p:bldP spid="34" grpId="0" animBg="1"/>
      <p:bldP spid="35" grpId="0"/>
      <p:bldP spid="36" grpId="0"/>
      <p:bldP spid="37" grpId="0"/>
      <p:bldP spid="38" grpId="0"/>
      <p:bldP spid="39" grpId="0"/>
      <p:bldP spid="40" grpId="0" animBg="1"/>
      <p:bldP spid="41" grpId="0" animBg="1"/>
      <p:bldP spid="42" grpId="0"/>
      <p:bldP spid="43" grpId="0"/>
      <p:bldP spid="44" grpId="0"/>
      <p:bldP spid="45" grpId="0"/>
      <p:bldP spid="46" grpId="0"/>
      <p:bldP spid="47" grpId="0" animBg="1"/>
      <p:bldP spid="48" grpId="0" animBg="1"/>
      <p:bldP spid="49" grpId="0"/>
      <p:bldP spid="50" grpId="0"/>
      <p:bldP spid="51" grpId="0"/>
      <p:bldP spid="52" grpId="0"/>
      <p:bldP spid="53" grpId="0"/>
      <p:bldP spid="54" grpId="0" animBg="1"/>
      <p:bldP spid="5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8F54A75-A696-8AFC-0504-1369CDF7E404}"/>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4164E1E7-7853-5A69-8A48-B899B92D76EE}"/>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6ED25C08-C70A-C509-EC45-F0BF1EA5972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5655E66E-0DF1-F2CA-5D09-A7CF3A1331E8}"/>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INTERPRETATION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6FC5A01-FAF6-E7C9-81F7-C7845CCD3862}"/>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08</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75E5C3B4-979A-D6F9-5EF7-5CC848FFE397}"/>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98EFD2A-C1EC-CB27-E045-AE69690ABC94}"/>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B89CFCB8-A677-BE4D-2F82-025312D2564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C6B9C9DB-3DDF-FF4A-98E1-AFCB44A8128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Conservative evidence prevents overclaiming.</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BBCB11C6-301F-C092-9598-78F6550D755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Low-yield or selective modules are still useful when their boundary is explicit.</a:t>
            </a:r>
            <a:endParaRPr lang="zh-CN" altLang="en-US" sz="930">
              <a:solidFill>
                <a:srgbClr val="4A5B78"/>
              </a:solidFill>
              <a:latin typeface="Aptos" panose="020B0004020202020204" pitchFamily="34" charset="0"/>
            </a:endParaRPr>
          </a:p>
        </p:txBody>
      </p:sp>
      <p:sp>
        <p:nvSpPr>
          <p:cNvPr id="13" name="left">
            <a:extLst>
              <a:ext uri="{FF2B5EF4-FFF2-40B4-BE49-F238E27FC236}">
                <a16:creationId xmlns:a16="http://schemas.microsoft.com/office/drawing/2014/main" id="{EF8BBCF9-9058-8A50-93C8-D1E0CB630C0A}"/>
              </a:ext>
            </a:extLst>
          </p:cNvPr>
          <p:cNvSpPr/>
          <p:nvPr/>
        </p:nvSpPr>
        <p:spPr>
          <a:xfrm>
            <a:off x="990600" y="1905000"/>
            <a:ext cx="4445000" cy="289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k">
            <a:extLst>
              <a:ext uri="{FF2B5EF4-FFF2-40B4-BE49-F238E27FC236}">
                <a16:creationId xmlns:a16="http://schemas.microsoft.com/office/drawing/2014/main" id="{AFD50BA7-6E82-FAC8-90FC-874F9F583514}"/>
              </a:ext>
            </a:extLst>
          </p:cNvPr>
          <p:cNvSpPr txBox="1"/>
          <p:nvPr/>
        </p:nvSpPr>
        <p:spPr>
          <a:xfrm>
            <a:off x="1371600" y="2235200"/>
            <a:ext cx="1778000" cy="276999"/>
          </a:xfrm>
          <a:prstGeom prst="rect">
            <a:avLst/>
          </a:prstGeom>
          <a:noFill/>
        </p:spPr>
        <p:txBody>
          <a:bodyPr vert="horz" wrap="square" lIns="0" tIns="0" rIns="0" bIns="0" rtlCol="0">
            <a:noAutofit/>
          </a:bodyPr>
          <a:lstStyle/>
          <a:p>
            <a:r>
              <a:rPr lang="en-US" altLang="zh-CN" sz="920" b="1">
                <a:solidFill>
                  <a:srgbClr val="5B45C8"/>
                </a:solidFill>
                <a:latin typeface="Aptos" panose="020B0004020202020204" pitchFamily="34" charset="0"/>
              </a:rPr>
              <a:t>CodeDye</a:t>
            </a:r>
            <a:endParaRPr lang="zh-CN" altLang="en-US" sz="920" b="1">
              <a:solidFill>
                <a:srgbClr val="5B45C8"/>
              </a:solidFill>
              <a:latin typeface="Aptos" panose="020B0004020202020204" pitchFamily="34" charset="0"/>
            </a:endParaRPr>
          </a:p>
        </p:txBody>
      </p:sp>
      <p:sp>
        <p:nvSpPr>
          <p:cNvPr id="15" name="left-v">
            <a:extLst>
              <a:ext uri="{FF2B5EF4-FFF2-40B4-BE49-F238E27FC236}">
                <a16:creationId xmlns:a16="http://schemas.microsoft.com/office/drawing/2014/main" id="{4FF6C926-62AD-C669-000F-11A40106BC99}"/>
              </a:ext>
            </a:extLst>
          </p:cNvPr>
          <p:cNvSpPr txBox="1"/>
          <p:nvPr/>
        </p:nvSpPr>
        <p:spPr>
          <a:xfrm>
            <a:off x="1371600" y="2768600"/>
            <a:ext cx="2159000" cy="276999"/>
          </a:xfrm>
          <a:prstGeom prst="rect">
            <a:avLst/>
          </a:prstGeom>
          <a:noFill/>
        </p:spPr>
        <p:txBody>
          <a:bodyPr vert="horz" wrap="square" lIns="0" tIns="0" rIns="0" bIns="0" rtlCol="0">
            <a:noAutofit/>
          </a:bodyPr>
          <a:lstStyle/>
          <a:p>
            <a:r>
              <a:rPr lang="en-US" altLang="zh-CN" sz="3100" b="1">
                <a:solidFill>
                  <a:srgbClr val="071A3D"/>
                </a:solidFill>
                <a:latin typeface="Aptos" panose="020B0004020202020204" pitchFamily="34" charset="0"/>
              </a:rPr>
              <a:t>6 / 300</a:t>
            </a:r>
            <a:endParaRPr lang="zh-CN" altLang="en-US" sz="3100" b="1">
              <a:solidFill>
                <a:srgbClr val="071A3D"/>
              </a:solidFill>
              <a:latin typeface="Aptos" panose="020B0004020202020204" pitchFamily="34" charset="0"/>
            </a:endParaRPr>
          </a:p>
        </p:txBody>
      </p:sp>
      <p:sp>
        <p:nvSpPr>
          <p:cNvPr id="16" name="left-s">
            <a:extLst>
              <a:ext uri="{FF2B5EF4-FFF2-40B4-BE49-F238E27FC236}">
                <a16:creationId xmlns:a16="http://schemas.microsoft.com/office/drawing/2014/main" id="{FCDC16EF-403D-4B7B-C9BC-B97CFC9AA9C1}"/>
              </a:ext>
            </a:extLst>
          </p:cNvPr>
          <p:cNvSpPr txBox="1"/>
          <p:nvPr/>
        </p:nvSpPr>
        <p:spPr>
          <a:xfrm>
            <a:off x="1371600" y="3479800"/>
            <a:ext cx="3302000" cy="276999"/>
          </a:xfrm>
          <a:prstGeom prst="rect">
            <a:avLst/>
          </a:prstGeom>
          <a:noFill/>
        </p:spPr>
        <p:txBody>
          <a:bodyPr vert="horz" wrap="square" lIns="0" tIns="0" rIns="0" bIns="0" rtlCol="0">
            <a:noAutofit/>
          </a:bodyPr>
          <a:lstStyle/>
          <a:p>
            <a:r>
              <a:rPr lang="en-US" altLang="zh-CN" sz="900">
                <a:solidFill>
                  <a:srgbClr val="4A5B78"/>
                </a:solidFill>
                <a:latin typeface="Aptos" panose="020B0004020202020204" pitchFamily="34" charset="0"/>
              </a:rPr>
              <a:t>A sparse black-box signal is not a provider accusation. It is a null-audit surface with controls.</a:t>
            </a:r>
            <a:endParaRPr lang="zh-CN" altLang="en-US" sz="900">
              <a:solidFill>
                <a:srgbClr val="4A5B78"/>
              </a:solidFill>
              <a:latin typeface="Aptos" panose="020B0004020202020204" pitchFamily="34" charset="0"/>
            </a:endParaRPr>
          </a:p>
        </p:txBody>
      </p:sp>
      <p:sp>
        <p:nvSpPr>
          <p:cNvPr id="17" name="left-bar-bg">
            <a:extLst>
              <a:ext uri="{FF2B5EF4-FFF2-40B4-BE49-F238E27FC236}">
                <a16:creationId xmlns:a16="http://schemas.microsoft.com/office/drawing/2014/main" id="{A1794F92-9104-1D67-9345-3961BE79BF2A}"/>
              </a:ext>
            </a:extLst>
          </p:cNvPr>
          <p:cNvSpPr/>
          <p:nvPr/>
        </p:nvSpPr>
        <p:spPr>
          <a:xfrm>
            <a:off x="1371600" y="4267200"/>
            <a:ext cx="3175000" cy="165100"/>
          </a:xfrm>
          <a:prstGeom prst="rect">
            <a:avLst/>
          </a:prstGeom>
          <a:solidFill>
            <a:srgbClr val="E9ECF4"/>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left-bar">
            <a:extLst>
              <a:ext uri="{FF2B5EF4-FFF2-40B4-BE49-F238E27FC236}">
                <a16:creationId xmlns:a16="http://schemas.microsoft.com/office/drawing/2014/main" id="{10B5C5CF-B198-6E65-0A36-829F6709DD28}"/>
              </a:ext>
            </a:extLst>
          </p:cNvPr>
          <p:cNvSpPr/>
          <p:nvPr/>
        </p:nvSpPr>
        <p:spPr>
          <a:xfrm>
            <a:off x="1371600" y="4267200"/>
            <a:ext cx="63500" cy="1651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ight">
            <a:extLst>
              <a:ext uri="{FF2B5EF4-FFF2-40B4-BE49-F238E27FC236}">
                <a16:creationId xmlns:a16="http://schemas.microsoft.com/office/drawing/2014/main" id="{CEC14994-5600-459F-980D-AE68C23FC99F}"/>
              </a:ext>
            </a:extLst>
          </p:cNvPr>
          <p:cNvSpPr/>
          <p:nvPr/>
        </p:nvSpPr>
        <p:spPr>
          <a:xfrm>
            <a:off x="6756400" y="1905000"/>
            <a:ext cx="4445000" cy="289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ight-k">
            <a:extLst>
              <a:ext uri="{FF2B5EF4-FFF2-40B4-BE49-F238E27FC236}">
                <a16:creationId xmlns:a16="http://schemas.microsoft.com/office/drawing/2014/main" id="{5DBAC196-9028-DCFF-52C2-EB8B3D56A476}"/>
              </a:ext>
            </a:extLst>
          </p:cNvPr>
          <p:cNvSpPr txBox="1"/>
          <p:nvPr/>
        </p:nvSpPr>
        <p:spPr>
          <a:xfrm>
            <a:off x="7137400" y="2235200"/>
            <a:ext cx="1778000" cy="276999"/>
          </a:xfrm>
          <a:prstGeom prst="rect">
            <a:avLst/>
          </a:prstGeom>
          <a:noFill/>
        </p:spPr>
        <p:txBody>
          <a:bodyPr vert="horz" wrap="square" lIns="0" tIns="0" rIns="0" bIns="0" rtlCol="0">
            <a:noAutofit/>
          </a:bodyPr>
          <a:lstStyle/>
          <a:p>
            <a:r>
              <a:rPr lang="en-US" altLang="zh-CN" sz="920" b="1">
                <a:solidFill>
                  <a:srgbClr val="1F7A4D"/>
                </a:solidFill>
                <a:latin typeface="Aptos" panose="020B0004020202020204" pitchFamily="34" charset="0"/>
              </a:rPr>
              <a:t>SealAudit</a:t>
            </a:r>
            <a:endParaRPr lang="zh-CN" altLang="en-US" sz="920" b="1">
              <a:solidFill>
                <a:srgbClr val="1F7A4D"/>
              </a:solidFill>
              <a:latin typeface="Aptos" panose="020B0004020202020204" pitchFamily="34" charset="0"/>
            </a:endParaRPr>
          </a:p>
        </p:txBody>
      </p:sp>
      <p:sp>
        <p:nvSpPr>
          <p:cNvPr id="21" name="right-v">
            <a:extLst>
              <a:ext uri="{FF2B5EF4-FFF2-40B4-BE49-F238E27FC236}">
                <a16:creationId xmlns:a16="http://schemas.microsoft.com/office/drawing/2014/main" id="{EF55874A-941E-E0FA-23EB-A309B0C3DA16}"/>
              </a:ext>
            </a:extLst>
          </p:cNvPr>
          <p:cNvSpPr txBox="1"/>
          <p:nvPr/>
        </p:nvSpPr>
        <p:spPr>
          <a:xfrm>
            <a:off x="7137400" y="2768600"/>
            <a:ext cx="2159000" cy="276999"/>
          </a:xfrm>
          <a:prstGeom prst="rect">
            <a:avLst/>
          </a:prstGeom>
          <a:noFill/>
        </p:spPr>
        <p:txBody>
          <a:bodyPr vert="horz" wrap="square" lIns="0" tIns="0" rIns="0" bIns="0" rtlCol="0">
            <a:noAutofit/>
          </a:bodyPr>
          <a:lstStyle/>
          <a:p>
            <a:r>
              <a:rPr lang="en-US" altLang="zh-CN" sz="3100" b="1">
                <a:solidFill>
                  <a:srgbClr val="071A3D"/>
                </a:solidFill>
                <a:latin typeface="Aptos" panose="020B0004020202020204" pitchFamily="34" charset="0"/>
              </a:rPr>
              <a:t>81 / 960</a:t>
            </a:r>
            <a:endParaRPr lang="zh-CN" altLang="en-US" sz="3100" b="1">
              <a:solidFill>
                <a:srgbClr val="071A3D"/>
              </a:solidFill>
              <a:latin typeface="Aptos" panose="020B0004020202020204" pitchFamily="34" charset="0"/>
            </a:endParaRPr>
          </a:p>
        </p:txBody>
      </p:sp>
      <p:sp>
        <p:nvSpPr>
          <p:cNvPr id="22" name="right-s">
            <a:extLst>
              <a:ext uri="{FF2B5EF4-FFF2-40B4-BE49-F238E27FC236}">
                <a16:creationId xmlns:a16="http://schemas.microsoft.com/office/drawing/2014/main" id="{1377ED36-4D96-8E59-D5AB-3C2DB5FC31AD}"/>
              </a:ext>
            </a:extLst>
          </p:cNvPr>
          <p:cNvSpPr txBox="1"/>
          <p:nvPr/>
        </p:nvSpPr>
        <p:spPr>
          <a:xfrm>
            <a:off x="7137400" y="3479800"/>
            <a:ext cx="3302000" cy="276999"/>
          </a:xfrm>
          <a:prstGeom prst="rect">
            <a:avLst/>
          </a:prstGeom>
          <a:noFill/>
        </p:spPr>
        <p:txBody>
          <a:bodyPr vert="horz" wrap="square" lIns="0" tIns="0" rIns="0" bIns="0" rtlCol="0">
            <a:noAutofit/>
          </a:bodyPr>
          <a:lstStyle/>
          <a:p>
            <a:r>
              <a:rPr lang="en-US" altLang="zh-CN" sz="900">
                <a:solidFill>
                  <a:srgbClr val="4A5B78"/>
                </a:solidFill>
                <a:latin typeface="Aptos" panose="020B0004020202020204" pitchFamily="34" charset="0"/>
              </a:rPr>
              <a:t>A selective triage result is useful because it refuses to force weak cases into strong decisions.</a:t>
            </a:r>
            <a:endParaRPr lang="zh-CN" altLang="en-US" sz="900">
              <a:solidFill>
                <a:srgbClr val="4A5B78"/>
              </a:solidFill>
              <a:latin typeface="Aptos" panose="020B0004020202020204" pitchFamily="34" charset="0"/>
            </a:endParaRPr>
          </a:p>
        </p:txBody>
      </p:sp>
      <p:sp>
        <p:nvSpPr>
          <p:cNvPr id="23" name="right-bar-bg">
            <a:extLst>
              <a:ext uri="{FF2B5EF4-FFF2-40B4-BE49-F238E27FC236}">
                <a16:creationId xmlns:a16="http://schemas.microsoft.com/office/drawing/2014/main" id="{B5050F7E-BE45-230E-03B8-F23490CE2524}"/>
              </a:ext>
            </a:extLst>
          </p:cNvPr>
          <p:cNvSpPr/>
          <p:nvPr/>
        </p:nvSpPr>
        <p:spPr>
          <a:xfrm>
            <a:off x="7137400" y="4267200"/>
            <a:ext cx="3175000" cy="165100"/>
          </a:xfrm>
          <a:prstGeom prst="rect">
            <a:avLst/>
          </a:prstGeom>
          <a:solidFill>
            <a:srgbClr val="E9ECF4"/>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ight-bar">
            <a:extLst>
              <a:ext uri="{FF2B5EF4-FFF2-40B4-BE49-F238E27FC236}">
                <a16:creationId xmlns:a16="http://schemas.microsoft.com/office/drawing/2014/main" id="{FB9AD531-CC4D-332D-BF93-84E074461E24}"/>
              </a:ext>
            </a:extLst>
          </p:cNvPr>
          <p:cNvSpPr/>
          <p:nvPr/>
        </p:nvSpPr>
        <p:spPr>
          <a:xfrm>
            <a:off x="7137400" y="4267200"/>
            <a:ext cx="266700" cy="1651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ule">
            <a:extLst>
              <a:ext uri="{FF2B5EF4-FFF2-40B4-BE49-F238E27FC236}">
                <a16:creationId xmlns:a16="http://schemas.microsoft.com/office/drawing/2014/main" id="{34B15ABA-3B11-A482-48D8-AF802F03F3F4}"/>
              </a:ext>
            </a:extLst>
          </p:cNvPr>
          <p:cNvSpPr/>
          <p:nvPr/>
        </p:nvSpPr>
        <p:spPr>
          <a:xfrm>
            <a:off x="2108200" y="5384800"/>
            <a:ext cx="7975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rule-t">
            <a:extLst>
              <a:ext uri="{FF2B5EF4-FFF2-40B4-BE49-F238E27FC236}">
                <a16:creationId xmlns:a16="http://schemas.microsoft.com/office/drawing/2014/main" id="{0E806FE0-52D0-8BE6-7E19-A5E1601DA386}"/>
              </a:ext>
            </a:extLst>
          </p:cNvPr>
          <p:cNvSpPr txBox="1"/>
          <p:nvPr/>
        </p:nvSpPr>
        <p:spPr>
          <a:xfrm>
            <a:off x="2489200" y="5511800"/>
            <a:ext cx="72136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A weakly supported broad claim is worse than a narrow claim with clear evidence.</a:t>
            </a:r>
            <a:endParaRPr lang="zh-CN" altLang="en-US" sz="820" b="1">
              <a:solidFill>
                <a:srgbClr val="071A3D"/>
              </a:solidFill>
              <a:latin typeface="Aptos" panose="020B0004020202020204" pitchFamily="34" charset="0"/>
            </a:endParaRPr>
          </a:p>
        </p:txBody>
      </p:sp>
      <p:sp>
        <p:nvSpPr>
          <p:cNvPr id="27" name="footer-hit-8">
            <a:hlinkClick r:id="rId4"/>
            <a:extLst>
              <a:ext uri="{FF2B5EF4-FFF2-40B4-BE49-F238E27FC236}">
                <a16:creationId xmlns:a16="http://schemas.microsoft.com/office/drawing/2014/main" id="{1C2AE544-8A5B-52EC-EDB3-32FF49E13F6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2779931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animBg="1"/>
      <p:bldP spid="19" grpId="0" animBg="1"/>
      <p:bldP spid="20" grpId="0"/>
      <p:bldP spid="21" grpId="0"/>
      <p:bldP spid="22" grpId="0"/>
      <p:bldP spid="23" grpId="0" animBg="1"/>
      <p:bldP spid="24" grpId="0" animBg="1"/>
      <p:bldP spid="25" grpId="0" animBg="1"/>
      <p:bldP spid="2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6415107-111E-7F2D-C81A-6932B35E92C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3F284841-4AE6-2F86-8272-2587BB59FFF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F56AD75-BB36-2436-CFA0-1D02C91FE0AD}"/>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1E36CD43-8F5D-FE13-3AA8-461261A40C6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1</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716A4132-DC6D-B031-BFF0-48D7DE38A25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09</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BE27D218-D9B5-6249-EA75-79E388BEFD59}"/>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BA91887F-1E67-5F77-7F95-76398B3FFD7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B13C92D-A8E6-BBE4-1FD7-FF477164678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7CE7D585-4FAE-3B5A-6746-7051ECD30B16}"/>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Use the project page as the entry point, then inspect the evidence.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4D93BD1-2302-2221-A0EB-B35CF24EF7D1}"/>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Planned video or live walkthrough: about 90 seconds.</a:t>
            </a:r>
            <a:endParaRPr lang="zh-CN" altLang="en-US" sz="930">
              <a:solidFill>
                <a:srgbClr val="4A5B78"/>
              </a:solidFill>
              <a:latin typeface="Aptos" panose="020B0004020202020204" pitchFamily="34" charset="0"/>
            </a:endParaRPr>
          </a:p>
        </p:txBody>
      </p:sp>
      <p:sp>
        <p:nvSpPr>
          <p:cNvPr id="13" name="shot-frame">
            <a:extLst>
              <a:ext uri="{FF2B5EF4-FFF2-40B4-BE49-F238E27FC236}">
                <a16:creationId xmlns:a16="http://schemas.microsoft.com/office/drawing/2014/main" id="{057FB9C9-511E-A944-4E0E-4C12917DD105}"/>
              </a:ext>
            </a:extLst>
          </p:cNvPr>
          <p:cNvSpPr/>
          <p:nvPr/>
        </p:nvSpPr>
        <p:spPr>
          <a:xfrm>
            <a:off x="736600" y="1981200"/>
            <a:ext cx="7416800" cy="3251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project-page">
            <a:extLst>
              <a:ext uri="{FF2B5EF4-FFF2-40B4-BE49-F238E27FC236}">
                <a16:creationId xmlns:a16="http://schemas.microsoft.com/office/drawing/2014/main" id="{6632755E-3371-4911-4773-FF9A52BC6ED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684834" y="2209800"/>
            <a:ext cx="5520333" cy="2514600"/>
          </a:xfrm>
          <a:prstGeom prst="rect">
            <a:avLst/>
          </a:prstGeom>
          <a:ln w="10160">
            <a:solidFill>
              <a:srgbClr val="1F3756"/>
            </a:solidFill>
          </a:ln>
        </p:spPr>
      </p:pic>
      <p:sp>
        <p:nvSpPr>
          <p:cNvPr id="16" name="demo-under">
            <a:extLst>
              <a:ext uri="{FF2B5EF4-FFF2-40B4-BE49-F238E27FC236}">
                <a16:creationId xmlns:a16="http://schemas.microsoft.com/office/drawing/2014/main" id="{50B308CC-5827-3729-3C9C-8E0F568ECA5F}"/>
              </a:ext>
            </a:extLst>
          </p:cNvPr>
          <p:cNvSpPr/>
          <p:nvPr/>
        </p:nvSpPr>
        <p:spPr>
          <a:xfrm>
            <a:off x="965200" y="4851400"/>
            <a:ext cx="6959600" cy="279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mo-under-t">
            <a:extLst>
              <a:ext uri="{FF2B5EF4-FFF2-40B4-BE49-F238E27FC236}">
                <a16:creationId xmlns:a16="http://schemas.microsoft.com/office/drawing/2014/main" id="{D0B349C5-0CA2-0739-66F3-2DB217A80D03}"/>
              </a:ext>
            </a:extLst>
          </p:cNvPr>
          <p:cNvSpPr txBox="1"/>
          <p:nvPr/>
        </p:nvSpPr>
        <p:spPr>
          <a:xfrm>
            <a:off x="1244600" y="4940300"/>
            <a:ext cx="4572000" cy="276999"/>
          </a:xfrm>
          <a:prstGeom prst="rect">
            <a:avLst/>
          </a:prstGeom>
          <a:noFill/>
        </p:spPr>
        <p:txBody>
          <a:bodyPr vert="horz" wrap="square" lIns="0" tIns="0" rIns="0" bIns="0" rtlCol="0">
            <a:noAutofit/>
          </a:bodyPr>
          <a:lstStyle/>
          <a:p>
            <a:r>
              <a:rPr lang="en-US" altLang="zh-CN" sz="660" b="1">
                <a:solidFill>
                  <a:srgbClr val="FFFFFF"/>
                </a:solidFill>
                <a:latin typeface="Aptos" panose="020B0004020202020204" pitchFamily="34" charset="0"/>
              </a:rPr>
              <a:t>artifact page -&gt; repository -&gt; evidence files</a:t>
            </a:r>
            <a:endParaRPr lang="zh-CN" altLang="en-US" sz="660" b="1">
              <a:solidFill>
                <a:srgbClr val="FFFFFF"/>
              </a:solidFill>
              <a:latin typeface="Aptos" panose="020B0004020202020204" pitchFamily="34" charset="0"/>
            </a:endParaRPr>
          </a:p>
        </p:txBody>
      </p:sp>
      <p:sp>
        <p:nvSpPr>
          <p:cNvPr id="18" name="demo-page-link">
            <a:hlinkClick r:id="rId5"/>
            <a:extLst>
              <a:ext uri="{FF2B5EF4-FFF2-40B4-BE49-F238E27FC236}">
                <a16:creationId xmlns:a16="http://schemas.microsoft.com/office/drawing/2014/main" id="{97175E9C-0748-287B-28CB-1117C2032ABA}"/>
              </a:ext>
            </a:extLst>
          </p:cNvPr>
          <p:cNvSpPr/>
          <p:nvPr/>
        </p:nvSpPr>
        <p:spPr>
          <a:xfrm>
            <a:off x="6248400" y="4851400"/>
            <a:ext cx="1397000" cy="279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page</a:t>
            </a:r>
            <a:endParaRPr lang="zh-CN" altLang="en-US" sz="760" b="1">
              <a:solidFill>
                <a:srgbClr val="003B7A"/>
              </a:solidFill>
              <a:latin typeface="Aptos" panose="020B0004020202020204" pitchFamily="34" charset="0"/>
            </a:endParaRPr>
          </a:p>
        </p:txBody>
      </p:sp>
      <p:sp>
        <p:nvSpPr>
          <p:cNvPr id="19" name="route">
            <a:extLst>
              <a:ext uri="{FF2B5EF4-FFF2-40B4-BE49-F238E27FC236}">
                <a16:creationId xmlns:a16="http://schemas.microsoft.com/office/drawing/2014/main" id="{52B9FAC7-B791-47E4-1A12-9E3466490A3F}"/>
              </a:ext>
            </a:extLst>
          </p:cNvPr>
          <p:cNvSpPr/>
          <p:nvPr/>
        </p:nvSpPr>
        <p:spPr>
          <a:xfrm>
            <a:off x="8763000" y="1981200"/>
            <a:ext cx="2667000" cy="3251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ute-k">
            <a:extLst>
              <a:ext uri="{FF2B5EF4-FFF2-40B4-BE49-F238E27FC236}">
                <a16:creationId xmlns:a16="http://schemas.microsoft.com/office/drawing/2014/main" id="{3E837A3E-DC7D-3468-446C-D08C763BC9BA}"/>
              </a:ext>
            </a:extLst>
          </p:cNvPr>
          <p:cNvSpPr txBox="1"/>
          <p:nvPr/>
        </p:nvSpPr>
        <p:spPr>
          <a:xfrm>
            <a:off x="9118600" y="2260600"/>
            <a:ext cx="16002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walkthrough route</a:t>
            </a:r>
            <a:endParaRPr lang="zh-CN" altLang="en-US" sz="770" b="1">
              <a:solidFill>
                <a:srgbClr val="CDE2FA"/>
              </a:solidFill>
              <a:latin typeface="Aptos" panose="020B0004020202020204" pitchFamily="34" charset="0"/>
            </a:endParaRPr>
          </a:p>
        </p:txBody>
      </p:sp>
      <p:sp>
        <p:nvSpPr>
          <p:cNvPr id="21" name="rnum-0">
            <a:extLst>
              <a:ext uri="{FF2B5EF4-FFF2-40B4-BE49-F238E27FC236}">
                <a16:creationId xmlns:a16="http://schemas.microsoft.com/office/drawing/2014/main" id="{49DFD3B6-9068-546F-1A74-9FD8B7FEC7A8}"/>
              </a:ext>
            </a:extLst>
          </p:cNvPr>
          <p:cNvSpPr/>
          <p:nvPr/>
        </p:nvSpPr>
        <p:spPr>
          <a:xfrm>
            <a:off x="9118600" y="2717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numt-0">
            <a:extLst>
              <a:ext uri="{FF2B5EF4-FFF2-40B4-BE49-F238E27FC236}">
                <a16:creationId xmlns:a16="http://schemas.microsoft.com/office/drawing/2014/main" id="{BDA89146-ED4C-03D9-D729-D559547CEF08}"/>
              </a:ext>
            </a:extLst>
          </p:cNvPr>
          <p:cNvSpPr txBox="1"/>
          <p:nvPr/>
        </p:nvSpPr>
        <p:spPr>
          <a:xfrm>
            <a:off x="9207500" y="2781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1</a:t>
            </a:r>
            <a:endParaRPr lang="zh-CN" altLang="en-US" sz="700" b="1">
              <a:solidFill>
                <a:srgbClr val="003B7A"/>
              </a:solidFill>
              <a:latin typeface="Aptos" panose="020B0004020202020204" pitchFamily="34" charset="0"/>
            </a:endParaRPr>
          </a:p>
        </p:txBody>
      </p:sp>
      <p:sp>
        <p:nvSpPr>
          <p:cNvPr id="23" name="rt-0">
            <a:extLst>
              <a:ext uri="{FF2B5EF4-FFF2-40B4-BE49-F238E27FC236}">
                <a16:creationId xmlns:a16="http://schemas.microsoft.com/office/drawing/2014/main" id="{F5FC6811-CFB8-7AAE-7F9A-5124E2F3B82C}"/>
              </a:ext>
            </a:extLst>
          </p:cNvPr>
          <p:cNvSpPr txBox="1"/>
          <p:nvPr/>
        </p:nvSpPr>
        <p:spPr>
          <a:xfrm>
            <a:off x="9575800" y="2768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README overview</a:t>
            </a:r>
            <a:endParaRPr lang="zh-CN" altLang="en-US" sz="810" b="1">
              <a:solidFill>
                <a:srgbClr val="FFFFFF"/>
              </a:solidFill>
              <a:latin typeface="Aptos" panose="020B0004020202020204" pitchFamily="34" charset="0"/>
            </a:endParaRPr>
          </a:p>
        </p:txBody>
      </p:sp>
      <p:sp>
        <p:nvSpPr>
          <p:cNvPr id="24" name="rnum-1">
            <a:extLst>
              <a:ext uri="{FF2B5EF4-FFF2-40B4-BE49-F238E27FC236}">
                <a16:creationId xmlns:a16="http://schemas.microsoft.com/office/drawing/2014/main" id="{0DFD8ABE-5DB7-BECD-85A1-5091B0169019}"/>
              </a:ext>
            </a:extLst>
          </p:cNvPr>
          <p:cNvSpPr/>
          <p:nvPr/>
        </p:nvSpPr>
        <p:spPr>
          <a:xfrm>
            <a:off x="9118600" y="3162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numt-1">
            <a:extLst>
              <a:ext uri="{FF2B5EF4-FFF2-40B4-BE49-F238E27FC236}">
                <a16:creationId xmlns:a16="http://schemas.microsoft.com/office/drawing/2014/main" id="{34F0DC3B-146D-EFC8-8A3D-6A50B4D45512}"/>
              </a:ext>
            </a:extLst>
          </p:cNvPr>
          <p:cNvSpPr txBox="1"/>
          <p:nvPr/>
        </p:nvSpPr>
        <p:spPr>
          <a:xfrm>
            <a:off x="9207500" y="3225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2</a:t>
            </a:r>
            <a:endParaRPr lang="zh-CN" altLang="en-US" sz="700" b="1">
              <a:solidFill>
                <a:srgbClr val="003B7A"/>
              </a:solidFill>
              <a:latin typeface="Aptos" panose="020B0004020202020204" pitchFamily="34" charset="0"/>
            </a:endParaRPr>
          </a:p>
        </p:txBody>
      </p:sp>
      <p:sp>
        <p:nvSpPr>
          <p:cNvPr id="26" name="rt-1">
            <a:extLst>
              <a:ext uri="{FF2B5EF4-FFF2-40B4-BE49-F238E27FC236}">
                <a16:creationId xmlns:a16="http://schemas.microsoft.com/office/drawing/2014/main" id="{825A6245-FAD3-EA87-DBC8-78A5B2DA82C6}"/>
              </a:ext>
            </a:extLst>
          </p:cNvPr>
          <p:cNvSpPr txBox="1"/>
          <p:nvPr/>
        </p:nvSpPr>
        <p:spPr>
          <a:xfrm>
            <a:off x="9575800" y="3213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Claim boundaries</a:t>
            </a:r>
            <a:endParaRPr lang="zh-CN" altLang="en-US" sz="810" b="1">
              <a:solidFill>
                <a:srgbClr val="FFFFFF"/>
              </a:solidFill>
              <a:latin typeface="Aptos" panose="020B0004020202020204" pitchFamily="34" charset="0"/>
            </a:endParaRPr>
          </a:p>
        </p:txBody>
      </p:sp>
      <p:sp>
        <p:nvSpPr>
          <p:cNvPr id="27" name="rnum-2">
            <a:extLst>
              <a:ext uri="{FF2B5EF4-FFF2-40B4-BE49-F238E27FC236}">
                <a16:creationId xmlns:a16="http://schemas.microsoft.com/office/drawing/2014/main" id="{059D234C-685A-21DE-1315-2921602919DB}"/>
              </a:ext>
            </a:extLst>
          </p:cNvPr>
          <p:cNvSpPr/>
          <p:nvPr/>
        </p:nvSpPr>
        <p:spPr>
          <a:xfrm>
            <a:off x="9118600" y="3606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numt-2">
            <a:extLst>
              <a:ext uri="{FF2B5EF4-FFF2-40B4-BE49-F238E27FC236}">
                <a16:creationId xmlns:a16="http://schemas.microsoft.com/office/drawing/2014/main" id="{2E2BA31D-CBDC-374D-7645-DAA9F23AC60C}"/>
              </a:ext>
            </a:extLst>
          </p:cNvPr>
          <p:cNvSpPr txBox="1"/>
          <p:nvPr/>
        </p:nvSpPr>
        <p:spPr>
          <a:xfrm>
            <a:off x="9207500" y="3670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3</a:t>
            </a:r>
            <a:endParaRPr lang="zh-CN" altLang="en-US" sz="700" b="1">
              <a:solidFill>
                <a:srgbClr val="003B7A"/>
              </a:solidFill>
              <a:latin typeface="Aptos" panose="020B0004020202020204" pitchFamily="34" charset="0"/>
            </a:endParaRPr>
          </a:p>
        </p:txBody>
      </p:sp>
      <p:sp>
        <p:nvSpPr>
          <p:cNvPr id="29" name="rt-2">
            <a:extLst>
              <a:ext uri="{FF2B5EF4-FFF2-40B4-BE49-F238E27FC236}">
                <a16:creationId xmlns:a16="http://schemas.microsoft.com/office/drawing/2014/main" id="{BCF4F833-C615-E686-256D-CD37A3783A02}"/>
              </a:ext>
            </a:extLst>
          </p:cNvPr>
          <p:cNvSpPr txBox="1"/>
          <p:nvPr/>
        </p:nvSpPr>
        <p:spPr>
          <a:xfrm>
            <a:off x="9575800" y="3657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Traceability matrix</a:t>
            </a:r>
            <a:endParaRPr lang="zh-CN" altLang="en-US" sz="810" b="1">
              <a:solidFill>
                <a:srgbClr val="FFFFFF"/>
              </a:solidFill>
              <a:latin typeface="Aptos" panose="020B0004020202020204" pitchFamily="34" charset="0"/>
            </a:endParaRPr>
          </a:p>
        </p:txBody>
      </p:sp>
      <p:sp>
        <p:nvSpPr>
          <p:cNvPr id="30" name="rnum-3">
            <a:extLst>
              <a:ext uri="{FF2B5EF4-FFF2-40B4-BE49-F238E27FC236}">
                <a16:creationId xmlns:a16="http://schemas.microsoft.com/office/drawing/2014/main" id="{CD49A35A-4514-3D30-B6E2-D85D2B4E786E}"/>
              </a:ext>
            </a:extLst>
          </p:cNvPr>
          <p:cNvSpPr/>
          <p:nvPr/>
        </p:nvSpPr>
        <p:spPr>
          <a:xfrm>
            <a:off x="9118600" y="4051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numt-3">
            <a:extLst>
              <a:ext uri="{FF2B5EF4-FFF2-40B4-BE49-F238E27FC236}">
                <a16:creationId xmlns:a16="http://schemas.microsoft.com/office/drawing/2014/main" id="{C996802B-5E2F-531E-387A-2ED3E7D9627A}"/>
              </a:ext>
            </a:extLst>
          </p:cNvPr>
          <p:cNvSpPr txBox="1"/>
          <p:nvPr/>
        </p:nvSpPr>
        <p:spPr>
          <a:xfrm>
            <a:off x="9207500" y="4114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4</a:t>
            </a:r>
            <a:endParaRPr lang="zh-CN" altLang="en-US" sz="700" b="1">
              <a:solidFill>
                <a:srgbClr val="003B7A"/>
              </a:solidFill>
              <a:latin typeface="Aptos" panose="020B0004020202020204" pitchFamily="34" charset="0"/>
            </a:endParaRPr>
          </a:p>
        </p:txBody>
      </p:sp>
      <p:sp>
        <p:nvSpPr>
          <p:cNvPr id="32" name="rt-3">
            <a:extLst>
              <a:ext uri="{FF2B5EF4-FFF2-40B4-BE49-F238E27FC236}">
                <a16:creationId xmlns:a16="http://schemas.microsoft.com/office/drawing/2014/main" id="{C98E7A26-08AF-1D3B-6D24-468617005934}"/>
              </a:ext>
            </a:extLst>
          </p:cNvPr>
          <p:cNvSpPr txBox="1"/>
          <p:nvPr/>
        </p:nvSpPr>
        <p:spPr>
          <a:xfrm>
            <a:off x="9575800" y="4102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Result manifest</a:t>
            </a:r>
            <a:endParaRPr lang="zh-CN" altLang="en-US" sz="810" b="1">
              <a:solidFill>
                <a:srgbClr val="FFFFFF"/>
              </a:solidFill>
              <a:latin typeface="Aptos" panose="020B0004020202020204" pitchFamily="34" charset="0"/>
            </a:endParaRPr>
          </a:p>
        </p:txBody>
      </p:sp>
      <p:sp>
        <p:nvSpPr>
          <p:cNvPr id="33" name="rnum-4">
            <a:extLst>
              <a:ext uri="{FF2B5EF4-FFF2-40B4-BE49-F238E27FC236}">
                <a16:creationId xmlns:a16="http://schemas.microsoft.com/office/drawing/2014/main" id="{E8B64094-A01D-7BD6-69A5-3A64A808A04E}"/>
              </a:ext>
            </a:extLst>
          </p:cNvPr>
          <p:cNvSpPr/>
          <p:nvPr/>
        </p:nvSpPr>
        <p:spPr>
          <a:xfrm>
            <a:off x="9118600" y="4495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numt-4">
            <a:extLst>
              <a:ext uri="{FF2B5EF4-FFF2-40B4-BE49-F238E27FC236}">
                <a16:creationId xmlns:a16="http://schemas.microsoft.com/office/drawing/2014/main" id="{9DF75BA4-2528-6C6C-4400-DD2E8D5B7368}"/>
              </a:ext>
            </a:extLst>
          </p:cNvPr>
          <p:cNvSpPr txBox="1"/>
          <p:nvPr/>
        </p:nvSpPr>
        <p:spPr>
          <a:xfrm>
            <a:off x="9207500" y="4559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5</a:t>
            </a:r>
            <a:endParaRPr lang="zh-CN" altLang="en-US" sz="700" b="1">
              <a:solidFill>
                <a:srgbClr val="003B7A"/>
              </a:solidFill>
              <a:latin typeface="Aptos" panose="020B0004020202020204" pitchFamily="34" charset="0"/>
            </a:endParaRPr>
          </a:p>
        </p:txBody>
      </p:sp>
      <p:sp>
        <p:nvSpPr>
          <p:cNvPr id="35" name="rt-4">
            <a:extLst>
              <a:ext uri="{FF2B5EF4-FFF2-40B4-BE49-F238E27FC236}">
                <a16:creationId xmlns:a16="http://schemas.microsoft.com/office/drawing/2014/main" id="{8006C87C-4329-325D-CEF4-FEF8600F8803}"/>
              </a:ext>
            </a:extLst>
          </p:cNvPr>
          <p:cNvSpPr txBox="1"/>
          <p:nvPr/>
        </p:nvSpPr>
        <p:spPr>
          <a:xfrm>
            <a:off x="9575800" y="4546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One project folder</a:t>
            </a:r>
            <a:endParaRPr lang="zh-CN" altLang="en-US" sz="810" b="1">
              <a:solidFill>
                <a:srgbClr val="FFFFFF"/>
              </a:solidFill>
              <a:latin typeface="Aptos" panose="020B0004020202020204" pitchFamily="34" charset="0"/>
            </a:endParaRPr>
          </a:p>
        </p:txBody>
      </p:sp>
      <p:sp>
        <p:nvSpPr>
          <p:cNvPr id="36" name="footer-hit-9">
            <a:hlinkClick r:id="rId5"/>
            <a:extLst>
              <a:ext uri="{FF2B5EF4-FFF2-40B4-BE49-F238E27FC236}">
                <a16:creationId xmlns:a16="http://schemas.microsoft.com/office/drawing/2014/main" id="{23D67853-C87E-4C6B-F47D-54188D61E59D}"/>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294129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160"/>
                                        <p:tgtEl>
                                          <p:spTgt spid="19"/>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160"/>
                                        <p:tgtEl>
                                          <p:spTgt spid="20"/>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60"/>
                                        <p:tgtEl>
                                          <p:spTgt spid="21"/>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160"/>
                                        <p:tgtEl>
                                          <p:spTgt spid="22"/>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160"/>
                                        <p:tgtEl>
                                          <p:spTgt spid="23"/>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160"/>
                                        <p:tgtEl>
                                          <p:spTgt spid="24"/>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160"/>
                                        <p:tgtEl>
                                          <p:spTgt spid="25"/>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160"/>
                                        <p:tgtEl>
                                          <p:spTgt spid="26"/>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160"/>
                                        <p:tgtEl>
                                          <p:spTgt spid="27"/>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160"/>
                                        <p:tgtEl>
                                          <p:spTgt spid="28"/>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160"/>
                                        <p:tgtEl>
                                          <p:spTgt spid="29"/>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60"/>
                                        <p:tgtEl>
                                          <p:spTgt spid="30"/>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160"/>
                                        <p:tgtEl>
                                          <p:spTgt spid="31"/>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160"/>
                                        <p:tgtEl>
                                          <p:spTgt spid="32"/>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160"/>
                                        <p:tgtEl>
                                          <p:spTgt spid="33"/>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160"/>
                                        <p:tgtEl>
                                          <p:spTgt spid="34"/>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16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P spid="20" grpId="0"/>
      <p:bldP spid="21" grpId="0" animBg="1"/>
      <p:bldP spid="22" grpId="0"/>
      <p:bldP spid="23" grpId="0"/>
      <p:bldP spid="24" grpId="0" animBg="1"/>
      <p:bldP spid="25" grpId="0"/>
      <p:bldP spid="26" grpId="0"/>
      <p:bldP spid="27" grpId="0" animBg="1"/>
      <p:bldP spid="28" grpId="0"/>
      <p:bldP spid="29" grpId="0"/>
      <p:bldP spid="30" grpId="0" animBg="1"/>
      <p:bldP spid="31" grpId="0"/>
      <p:bldP spid="32" grpId="0"/>
      <p:bldP spid="33" grpId="0" animBg="1"/>
      <p:bldP spid="34" grpId="0"/>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F5643D0-211B-938E-E2D2-39812153F64F}"/>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C26E9F0-7973-34E5-99C8-9A4CF225370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9F3C3DC-57C5-EBB0-853C-77A66A1C489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7A4A26CD-6065-9191-D46F-116F6AD16D3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2</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CD498001-DA43-F21C-490F-82CFA6B90CF4}"/>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10</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27487D6-6C0A-9E4B-E95F-CEDEF1C176BA}"/>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54BC1DA-1C97-5714-06CD-36CB25FD528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0EC32557-5998-7A90-A066-3F461C3658F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E3DCC4CD-FAE3-3FB6-CFFA-21CE54356FEA}"/>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local check verifies consistency; it is not a full GPU rerun.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7AB3BCE3-82E9-55C9-3FDE-AA6D99567D60}"/>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Planned video or live walkthrough: about 60 seconds.</a:t>
            </a:r>
            <a:endParaRPr lang="zh-CN" altLang="en-US" sz="930">
              <a:solidFill>
                <a:srgbClr val="4A5B78"/>
              </a:solidFill>
              <a:latin typeface="Aptos" panose="020B0004020202020204" pitchFamily="34" charset="0"/>
            </a:endParaRPr>
          </a:p>
        </p:txBody>
      </p:sp>
      <p:sp>
        <p:nvSpPr>
          <p:cNvPr id="13" name="term">
            <a:extLst>
              <a:ext uri="{FF2B5EF4-FFF2-40B4-BE49-F238E27FC236}">
                <a16:creationId xmlns:a16="http://schemas.microsoft.com/office/drawing/2014/main" id="{55491C78-7FC2-EBF0-E865-4D21CC64B410}"/>
              </a:ext>
            </a:extLst>
          </p:cNvPr>
          <p:cNvSpPr/>
          <p:nvPr/>
        </p:nvSpPr>
        <p:spPr>
          <a:xfrm>
            <a:off x="889000" y="1905000"/>
            <a:ext cx="6858000" cy="2997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k">
            <a:extLst>
              <a:ext uri="{FF2B5EF4-FFF2-40B4-BE49-F238E27FC236}">
                <a16:creationId xmlns:a16="http://schemas.microsoft.com/office/drawing/2014/main" id="{E9F08BAC-B5AC-3C18-48D7-78A1C7EFB31B}"/>
              </a:ext>
            </a:extLst>
          </p:cNvPr>
          <p:cNvSpPr txBox="1"/>
          <p:nvPr/>
        </p:nvSpPr>
        <p:spPr>
          <a:xfrm>
            <a:off x="1219200" y="2209800"/>
            <a:ext cx="2286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repository root</a:t>
            </a:r>
            <a:endParaRPr lang="zh-CN" altLang="en-US" sz="780" b="1">
              <a:solidFill>
                <a:srgbClr val="A5C6EB"/>
              </a:solidFill>
              <a:latin typeface="Aptos" panose="020B0004020202020204" pitchFamily="34" charset="0"/>
            </a:endParaRPr>
          </a:p>
        </p:txBody>
      </p:sp>
      <p:cxnSp>
        <p:nvCxnSpPr>
          <p:cNvPr id="15" name="term-line">
            <a:extLst>
              <a:ext uri="{FF2B5EF4-FFF2-40B4-BE49-F238E27FC236}">
                <a16:creationId xmlns:a16="http://schemas.microsoft.com/office/drawing/2014/main" id="{4B69FAF7-53B6-2631-7C84-5B5730A88345}"/>
              </a:ext>
            </a:extLst>
          </p:cNvPr>
          <p:cNvCxnSpPr/>
          <p:nvPr/>
        </p:nvCxnSpPr>
        <p:spPr>
          <a:xfrm>
            <a:off x="1219200" y="2527300"/>
            <a:ext cx="60706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6" name="term-t">
            <a:extLst>
              <a:ext uri="{FF2B5EF4-FFF2-40B4-BE49-F238E27FC236}">
                <a16:creationId xmlns:a16="http://schemas.microsoft.com/office/drawing/2014/main" id="{EAF3EA2F-2414-0285-BCFB-24C927FA922E}"/>
              </a:ext>
            </a:extLst>
          </p:cNvPr>
          <p:cNvSpPr txBox="1"/>
          <p:nvPr/>
        </p:nvSpPr>
        <p:spPr>
          <a:xfrm>
            <a:off x="1219200" y="2844800"/>
            <a:ext cx="5461000" cy="276999"/>
          </a:xfrm>
          <a:prstGeom prst="rect">
            <a:avLst/>
          </a:prstGeom>
          <a:noFill/>
        </p:spPr>
        <p:txBody>
          <a:bodyPr vert="horz" wrap="square" lIns="0" tIns="0" rIns="0" bIns="0" rtlCol="0">
            <a:noAutofit/>
          </a:bodyPr>
          <a:lstStyle/>
          <a:p>
            <a:r>
              <a:rPr lang="en-US" altLang="zh-CN" sz="1250">
                <a:solidFill>
                  <a:srgbClr val="FFFFFF"/>
                </a:solidFill>
                <a:latin typeface="Consolas" panose="020B0609020204030204" pitchFamily="49" charset="0"/>
              </a:rPr>
              <a:t>python scripts/examiner_check.py
[OK] required documents present
[OK] result manifest readable
[OK] claim boundary links resolved
[OK] artifact paths checked</a:t>
            </a:r>
            <a:endParaRPr lang="zh-CN" altLang="en-US" sz="1250">
              <a:solidFill>
                <a:srgbClr val="FFFFFF"/>
              </a:solidFill>
              <a:latin typeface="Consolas" panose="020B0609020204030204" pitchFamily="49" charset="0"/>
            </a:endParaRPr>
          </a:p>
        </p:txBody>
      </p:sp>
      <p:sp>
        <p:nvSpPr>
          <p:cNvPr id="17" name="ck-0">
            <a:extLst>
              <a:ext uri="{FF2B5EF4-FFF2-40B4-BE49-F238E27FC236}">
                <a16:creationId xmlns:a16="http://schemas.microsoft.com/office/drawing/2014/main" id="{6E5863C7-2FE6-E720-04EE-1B135C00ADCD}"/>
              </a:ext>
            </a:extLst>
          </p:cNvPr>
          <p:cNvSpPr/>
          <p:nvPr/>
        </p:nvSpPr>
        <p:spPr>
          <a:xfrm>
            <a:off x="8382000" y="2006600"/>
            <a:ext cx="2768600" cy="685800"/>
          </a:xfrm>
          <a:prstGeom prst="rect">
            <a:avLst/>
          </a:prstGeom>
          <a:solidFill>
            <a:srgbClr val="E8F7F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k-t-0">
            <a:extLst>
              <a:ext uri="{FF2B5EF4-FFF2-40B4-BE49-F238E27FC236}">
                <a16:creationId xmlns:a16="http://schemas.microsoft.com/office/drawing/2014/main" id="{1D5BC898-2543-95C3-F7B1-56369828224D}"/>
              </a:ext>
            </a:extLst>
          </p:cNvPr>
          <p:cNvSpPr txBox="1"/>
          <p:nvPr/>
        </p:nvSpPr>
        <p:spPr>
          <a:xfrm>
            <a:off x="8712200" y="2146300"/>
            <a:ext cx="1625600" cy="276999"/>
          </a:xfrm>
          <a:prstGeom prst="rect">
            <a:avLst/>
          </a:prstGeom>
          <a:noFill/>
        </p:spPr>
        <p:txBody>
          <a:bodyPr vert="horz" wrap="square" lIns="0" tIns="0" rIns="0" bIns="0" rtlCol="0">
            <a:noAutofit/>
          </a:bodyPr>
          <a:lstStyle/>
          <a:p>
            <a:r>
              <a:rPr lang="en-US" altLang="zh-CN" sz="830" b="1">
                <a:solidFill>
                  <a:srgbClr val="1F7A4D"/>
                </a:solidFill>
                <a:latin typeface="Aptos" panose="020B0004020202020204" pitchFamily="34" charset="0"/>
              </a:rPr>
              <a:t>Proves</a:t>
            </a:r>
            <a:endParaRPr lang="zh-CN" altLang="en-US" sz="830" b="1">
              <a:solidFill>
                <a:srgbClr val="1F7A4D"/>
              </a:solidFill>
              <a:latin typeface="Aptos" panose="020B0004020202020204" pitchFamily="34" charset="0"/>
            </a:endParaRPr>
          </a:p>
        </p:txBody>
      </p:sp>
      <p:sp>
        <p:nvSpPr>
          <p:cNvPr id="19" name="ck-s-0">
            <a:extLst>
              <a:ext uri="{FF2B5EF4-FFF2-40B4-BE49-F238E27FC236}">
                <a16:creationId xmlns:a16="http://schemas.microsoft.com/office/drawing/2014/main" id="{AEA3B17A-19FB-CF5A-EFD5-7EF3EDD327D0}"/>
              </a:ext>
            </a:extLst>
          </p:cNvPr>
          <p:cNvSpPr txBox="1"/>
          <p:nvPr/>
        </p:nvSpPr>
        <p:spPr>
          <a:xfrm>
            <a:off x="8712200" y="24003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files, links, hashes, and manifests are internally consistent</a:t>
            </a:r>
            <a:endParaRPr lang="zh-CN" altLang="en-US" sz="710">
              <a:solidFill>
                <a:srgbClr val="4A5B78"/>
              </a:solidFill>
              <a:latin typeface="Aptos" panose="020B0004020202020204" pitchFamily="34" charset="0"/>
            </a:endParaRPr>
          </a:p>
        </p:txBody>
      </p:sp>
      <p:sp>
        <p:nvSpPr>
          <p:cNvPr id="20" name="ck-1">
            <a:extLst>
              <a:ext uri="{FF2B5EF4-FFF2-40B4-BE49-F238E27FC236}">
                <a16:creationId xmlns:a16="http://schemas.microsoft.com/office/drawing/2014/main" id="{705B4AF9-3FC5-82C4-10C2-4A0B3D0D3E3D}"/>
              </a:ext>
            </a:extLst>
          </p:cNvPr>
          <p:cNvSpPr/>
          <p:nvPr/>
        </p:nvSpPr>
        <p:spPr>
          <a:xfrm>
            <a:off x="8382000" y="2971800"/>
            <a:ext cx="2768600" cy="6858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k-t-1">
            <a:extLst>
              <a:ext uri="{FF2B5EF4-FFF2-40B4-BE49-F238E27FC236}">
                <a16:creationId xmlns:a16="http://schemas.microsoft.com/office/drawing/2014/main" id="{0B531DFE-A9AC-8FBA-F43E-9E5CD62DC99C}"/>
              </a:ext>
            </a:extLst>
          </p:cNvPr>
          <p:cNvSpPr txBox="1"/>
          <p:nvPr/>
        </p:nvSpPr>
        <p:spPr>
          <a:xfrm>
            <a:off x="8712200" y="3111500"/>
            <a:ext cx="1625600" cy="276999"/>
          </a:xfrm>
          <a:prstGeom prst="rect">
            <a:avLst/>
          </a:prstGeom>
          <a:noFill/>
        </p:spPr>
        <p:txBody>
          <a:bodyPr vert="horz" wrap="square" lIns="0" tIns="0" rIns="0" bIns="0" rtlCol="0">
            <a:noAutofit/>
          </a:bodyPr>
          <a:lstStyle/>
          <a:p>
            <a:r>
              <a:rPr lang="en-US" altLang="zh-CN" sz="830" b="1">
                <a:solidFill>
                  <a:srgbClr val="B85C00"/>
                </a:solidFill>
                <a:latin typeface="Aptos" panose="020B0004020202020204" pitchFamily="34" charset="0"/>
              </a:rPr>
              <a:t>Does not prove</a:t>
            </a:r>
            <a:endParaRPr lang="zh-CN" altLang="en-US" sz="830" b="1">
              <a:solidFill>
                <a:srgbClr val="B85C00"/>
              </a:solidFill>
              <a:latin typeface="Aptos" panose="020B0004020202020204" pitchFamily="34" charset="0"/>
            </a:endParaRPr>
          </a:p>
        </p:txBody>
      </p:sp>
      <p:sp>
        <p:nvSpPr>
          <p:cNvPr id="22" name="ck-s-1">
            <a:extLst>
              <a:ext uri="{FF2B5EF4-FFF2-40B4-BE49-F238E27FC236}">
                <a16:creationId xmlns:a16="http://schemas.microsoft.com/office/drawing/2014/main" id="{C5B2A21E-A7F3-D20B-0727-E2B5B203548F}"/>
              </a:ext>
            </a:extLst>
          </p:cNvPr>
          <p:cNvSpPr txBox="1"/>
          <p:nvPr/>
        </p:nvSpPr>
        <p:spPr>
          <a:xfrm>
            <a:off x="8712200" y="33655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a full GPU/API rerun inside the viva room</a:t>
            </a:r>
            <a:endParaRPr lang="zh-CN" altLang="en-US" sz="710">
              <a:solidFill>
                <a:srgbClr val="4A5B78"/>
              </a:solidFill>
              <a:latin typeface="Aptos" panose="020B0004020202020204" pitchFamily="34" charset="0"/>
            </a:endParaRPr>
          </a:p>
        </p:txBody>
      </p:sp>
      <p:sp>
        <p:nvSpPr>
          <p:cNvPr id="23" name="ck-2">
            <a:extLst>
              <a:ext uri="{FF2B5EF4-FFF2-40B4-BE49-F238E27FC236}">
                <a16:creationId xmlns:a16="http://schemas.microsoft.com/office/drawing/2014/main" id="{82C5B4A2-EE1E-7016-6CE9-E15BCDF22DBA}"/>
              </a:ext>
            </a:extLst>
          </p:cNvPr>
          <p:cNvSpPr/>
          <p:nvPr/>
        </p:nvSpPr>
        <p:spPr>
          <a:xfrm>
            <a:off x="8382000" y="3937000"/>
            <a:ext cx="2768600" cy="6858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k-t-2">
            <a:extLst>
              <a:ext uri="{FF2B5EF4-FFF2-40B4-BE49-F238E27FC236}">
                <a16:creationId xmlns:a16="http://schemas.microsoft.com/office/drawing/2014/main" id="{46E52890-33DC-A8D4-6C60-0844F85A415C}"/>
              </a:ext>
            </a:extLst>
          </p:cNvPr>
          <p:cNvSpPr txBox="1"/>
          <p:nvPr/>
        </p:nvSpPr>
        <p:spPr>
          <a:xfrm>
            <a:off x="8712200" y="4076700"/>
            <a:ext cx="1625600" cy="276999"/>
          </a:xfrm>
          <a:prstGeom prst="rect">
            <a:avLst/>
          </a:prstGeom>
          <a:noFill/>
        </p:spPr>
        <p:txBody>
          <a:bodyPr vert="horz" wrap="square" lIns="0" tIns="0" rIns="0" bIns="0" rtlCol="0">
            <a:noAutofit/>
          </a:bodyPr>
          <a:lstStyle/>
          <a:p>
            <a:r>
              <a:rPr lang="en-US" altLang="zh-CN" sz="830" b="1">
                <a:solidFill>
                  <a:srgbClr val="B8293C"/>
                </a:solidFill>
                <a:latin typeface="Aptos" panose="020B0004020202020204" pitchFamily="34" charset="0"/>
              </a:rPr>
              <a:t>Fallback</a:t>
            </a:r>
            <a:endParaRPr lang="zh-CN" altLang="en-US" sz="830" b="1">
              <a:solidFill>
                <a:srgbClr val="B8293C"/>
              </a:solidFill>
              <a:latin typeface="Aptos" panose="020B0004020202020204" pitchFamily="34" charset="0"/>
            </a:endParaRPr>
          </a:p>
        </p:txBody>
      </p:sp>
      <p:sp>
        <p:nvSpPr>
          <p:cNvPr id="25" name="ck-s-2">
            <a:extLst>
              <a:ext uri="{FF2B5EF4-FFF2-40B4-BE49-F238E27FC236}">
                <a16:creationId xmlns:a16="http://schemas.microsoft.com/office/drawing/2014/main" id="{EF647C0A-0E06-1870-E980-7ADF54D7602F}"/>
              </a:ext>
            </a:extLst>
          </p:cNvPr>
          <p:cNvSpPr txBox="1"/>
          <p:nvPr/>
        </p:nvSpPr>
        <p:spPr>
          <a:xfrm>
            <a:off x="8712200" y="43307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video recording if network or projector fails</a:t>
            </a:r>
            <a:endParaRPr lang="zh-CN" altLang="en-US" sz="710">
              <a:solidFill>
                <a:srgbClr val="4A5B78"/>
              </a:solidFill>
              <a:latin typeface="Aptos" panose="020B0004020202020204" pitchFamily="34" charset="0"/>
            </a:endParaRPr>
          </a:p>
        </p:txBody>
      </p:sp>
      <p:sp>
        <p:nvSpPr>
          <p:cNvPr id="26" name="check-link">
            <a:hlinkClick r:id="rId4"/>
            <a:extLst>
              <a:ext uri="{FF2B5EF4-FFF2-40B4-BE49-F238E27FC236}">
                <a16:creationId xmlns:a16="http://schemas.microsoft.com/office/drawing/2014/main" id="{EC70CBCD-0D4A-9FE0-7E5F-2B9FA58615B4}"/>
              </a:ext>
            </a:extLst>
          </p:cNvPr>
          <p:cNvSpPr/>
          <p:nvPr/>
        </p:nvSpPr>
        <p:spPr>
          <a:xfrm>
            <a:off x="5486400" y="5105400"/>
            <a:ext cx="1803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check script</a:t>
            </a:r>
            <a:endParaRPr lang="zh-CN" altLang="en-US" sz="760" b="1">
              <a:solidFill>
                <a:srgbClr val="003B7A"/>
              </a:solidFill>
              <a:latin typeface="Aptos" panose="020B0004020202020204" pitchFamily="34" charset="0"/>
            </a:endParaRPr>
          </a:p>
        </p:txBody>
      </p:sp>
      <p:sp>
        <p:nvSpPr>
          <p:cNvPr id="27" name="footer-hit-10">
            <a:hlinkClick r:id="rId5"/>
            <a:extLst>
              <a:ext uri="{FF2B5EF4-FFF2-40B4-BE49-F238E27FC236}">
                <a16:creationId xmlns:a16="http://schemas.microsoft.com/office/drawing/2014/main" id="{B2BCCB3A-3A19-05DE-BF23-A14AECDBA147}"/>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7319086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6" grpId="0"/>
      <p:bldP spid="17" grpId="0" animBg="1"/>
      <p:bldP spid="18" grpId="0"/>
      <p:bldP spid="19" grpId="0"/>
      <p:bldP spid="20" grpId="0" animBg="1"/>
      <p:bldP spid="21" grpId="0"/>
      <p:bldP spid="22" grpId="0"/>
      <p:bldP spid="23" grpId="0" animBg="1"/>
      <p:bldP spid="24" grpId="0"/>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51452D6-D005-4B95-AF14-7E067D7193A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B6D6EF4-DD6B-15B1-CBCE-A3F8FDB208B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870BBFD1-F7C8-497D-A097-ABDEFC0211DE}"/>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F575A98E-38A8-C061-71BC-55419E248F3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DEFENCE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7BF2E940-73DA-F03C-926B-14D2C8A5346F}"/>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11</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21CC0FCF-F005-6626-076E-8DBD5741B143}"/>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7644CEBA-E084-B291-A50C-7F9C7C9FB35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52924BC-8DF0-5686-CCFC-ABBA0A32E8D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7A47DA2D-9053-09A4-6738-2C902A131696}"/>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In Q&amp;A, defend the evidence and refuse unsupported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FA74A83-58DB-696C-8691-EC84EF293488}"/>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slide is the answer strategy if the examiner pushes beyond the evidence.</a:t>
            </a:r>
            <a:endParaRPr lang="zh-CN" altLang="en-US" sz="930">
              <a:solidFill>
                <a:srgbClr val="4A5B78"/>
              </a:solidFill>
              <a:latin typeface="Aptos" panose="020B0004020202020204" pitchFamily="34" charset="0"/>
            </a:endParaRPr>
          </a:p>
        </p:txBody>
      </p:sp>
      <p:sp>
        <p:nvSpPr>
          <p:cNvPr id="13" name="center">
            <a:extLst>
              <a:ext uri="{FF2B5EF4-FFF2-40B4-BE49-F238E27FC236}">
                <a16:creationId xmlns:a16="http://schemas.microsoft.com/office/drawing/2014/main" id="{464A87B0-4F37-BBD3-CC9C-E15BC877D82A}"/>
              </a:ext>
            </a:extLst>
          </p:cNvPr>
          <p:cNvSpPr/>
          <p:nvPr/>
        </p:nvSpPr>
        <p:spPr>
          <a:xfrm>
            <a:off x="1549400" y="2032000"/>
            <a:ext cx="9093200" cy="685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enter-t">
            <a:extLst>
              <a:ext uri="{FF2B5EF4-FFF2-40B4-BE49-F238E27FC236}">
                <a16:creationId xmlns:a16="http://schemas.microsoft.com/office/drawing/2014/main" id="{7AC108E3-B002-DC40-9CA2-50C0254662F2}"/>
              </a:ext>
            </a:extLst>
          </p:cNvPr>
          <p:cNvSpPr txBox="1"/>
          <p:nvPr/>
        </p:nvSpPr>
        <p:spPr>
          <a:xfrm>
            <a:off x="2006600" y="2247900"/>
            <a:ext cx="8128000" cy="276999"/>
          </a:xfrm>
          <a:prstGeom prst="rect">
            <a:avLst/>
          </a:prstGeom>
          <a:noFill/>
        </p:spPr>
        <p:txBody>
          <a:bodyPr vert="horz" wrap="square" lIns="0" tIns="0" rIns="0" bIns="0" rtlCol="0">
            <a:noAutofit/>
          </a:bodyPr>
          <a:lstStyle/>
          <a:p>
            <a:r>
              <a:rPr lang="en-US" altLang="zh-CN" sz="1450" b="1">
                <a:solidFill>
                  <a:srgbClr val="FFFFFF"/>
                </a:solidFill>
                <a:latin typeface="Aptos" panose="020B0004020202020204" pitchFamily="34" charset="0"/>
              </a:rPr>
              <a:t>Do not promote detector scores beyond admitted evidence.</a:t>
            </a:r>
            <a:endParaRPr lang="zh-CN" altLang="en-US" sz="1450" b="1">
              <a:solidFill>
                <a:srgbClr val="FFFFFF"/>
              </a:solidFill>
              <a:latin typeface="Aptos" panose="020B0004020202020204" pitchFamily="34" charset="0"/>
            </a:endParaRPr>
          </a:p>
        </p:txBody>
      </p:sp>
      <p:sp>
        <p:nvSpPr>
          <p:cNvPr id="15" name="def-0">
            <a:extLst>
              <a:ext uri="{FF2B5EF4-FFF2-40B4-BE49-F238E27FC236}">
                <a16:creationId xmlns:a16="http://schemas.microsoft.com/office/drawing/2014/main" id="{DEA5E9A2-3A11-079C-A23D-6959A82C1BA5}"/>
              </a:ext>
            </a:extLst>
          </p:cNvPr>
          <p:cNvSpPr/>
          <p:nvPr/>
        </p:nvSpPr>
        <p:spPr>
          <a:xfrm>
            <a:off x="1955800" y="3302000"/>
            <a:ext cx="8280400" cy="482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def-k-0">
            <a:extLst>
              <a:ext uri="{FF2B5EF4-FFF2-40B4-BE49-F238E27FC236}">
                <a16:creationId xmlns:a16="http://schemas.microsoft.com/office/drawing/2014/main" id="{53E1E97C-69EE-8808-58DE-FCA92AF41E0C}"/>
              </a:ext>
            </a:extLst>
          </p:cNvPr>
          <p:cNvSpPr txBox="1"/>
          <p:nvPr/>
        </p:nvSpPr>
        <p:spPr>
          <a:xfrm>
            <a:off x="2336800" y="3454400"/>
            <a:ext cx="1092200" cy="276999"/>
          </a:xfrm>
          <a:prstGeom prst="rect">
            <a:avLst/>
          </a:prstGeom>
          <a:noFill/>
        </p:spPr>
        <p:txBody>
          <a:bodyPr vert="horz" wrap="square" lIns="0" tIns="0" rIns="0" bIns="0" rtlCol="0">
            <a:noAutofit/>
          </a:bodyPr>
          <a:lstStyle/>
          <a:p>
            <a:r>
              <a:rPr lang="en-US" altLang="zh-CN" sz="820" b="1">
                <a:solidFill>
                  <a:srgbClr val="003B7A"/>
                </a:solidFill>
                <a:latin typeface="Aptos" panose="020B0004020202020204" pitchFamily="34" charset="0"/>
              </a:rPr>
              <a:t>Defend</a:t>
            </a:r>
            <a:endParaRPr lang="zh-CN" altLang="en-US" sz="820" b="1">
              <a:solidFill>
                <a:srgbClr val="003B7A"/>
              </a:solidFill>
              <a:latin typeface="Aptos" panose="020B0004020202020204" pitchFamily="34" charset="0"/>
            </a:endParaRPr>
          </a:p>
        </p:txBody>
      </p:sp>
      <p:sp>
        <p:nvSpPr>
          <p:cNvPr id="17" name="def-t-0">
            <a:extLst>
              <a:ext uri="{FF2B5EF4-FFF2-40B4-BE49-F238E27FC236}">
                <a16:creationId xmlns:a16="http://schemas.microsoft.com/office/drawing/2014/main" id="{3EBDBF08-68E8-1E29-3B5E-D3A0A5BDAD95}"/>
              </a:ext>
            </a:extLst>
          </p:cNvPr>
          <p:cNvSpPr txBox="1"/>
          <p:nvPr/>
        </p:nvSpPr>
        <p:spPr>
          <a:xfrm>
            <a:off x="3606800" y="3454400"/>
            <a:ext cx="5943600" cy="276999"/>
          </a:xfrm>
          <a:prstGeom prst="rect">
            <a:avLst/>
          </a:prstGeom>
          <a:noFill/>
        </p:spPr>
        <p:txBody>
          <a:bodyPr vert="horz" wrap="square" lIns="0" tIns="0" rIns="0" bIns="0" rtlCol="0">
            <a:noAutofit/>
          </a:bodyPr>
          <a:lstStyle/>
          <a:p>
            <a:r>
              <a:rPr lang="en-US" altLang="zh-CN" sz="780">
                <a:solidFill>
                  <a:srgbClr val="071A3D"/>
                </a:solidFill>
                <a:latin typeface="Aptos" panose="020B0004020202020204" pitchFamily="34" charset="0"/>
              </a:rPr>
              <a:t>The contribution is the benchmark-to-audit framework and the implemented evidence surfaces.</a:t>
            </a:r>
            <a:endParaRPr lang="zh-CN" altLang="en-US" sz="780">
              <a:solidFill>
                <a:srgbClr val="071A3D"/>
              </a:solidFill>
              <a:latin typeface="Aptos" panose="020B0004020202020204" pitchFamily="34" charset="0"/>
            </a:endParaRPr>
          </a:p>
        </p:txBody>
      </p:sp>
      <p:sp>
        <p:nvSpPr>
          <p:cNvPr id="18" name="def-1">
            <a:extLst>
              <a:ext uri="{FF2B5EF4-FFF2-40B4-BE49-F238E27FC236}">
                <a16:creationId xmlns:a16="http://schemas.microsoft.com/office/drawing/2014/main" id="{084FB742-D214-3C67-FAB1-9734D5FDE52B}"/>
              </a:ext>
            </a:extLst>
          </p:cNvPr>
          <p:cNvSpPr/>
          <p:nvPr/>
        </p:nvSpPr>
        <p:spPr>
          <a:xfrm>
            <a:off x="1955800" y="4038600"/>
            <a:ext cx="8280400" cy="4826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def-k-1">
            <a:extLst>
              <a:ext uri="{FF2B5EF4-FFF2-40B4-BE49-F238E27FC236}">
                <a16:creationId xmlns:a16="http://schemas.microsoft.com/office/drawing/2014/main" id="{F9F70876-E902-621D-FD22-153F182732E5}"/>
              </a:ext>
            </a:extLst>
          </p:cNvPr>
          <p:cNvSpPr txBox="1"/>
          <p:nvPr/>
        </p:nvSpPr>
        <p:spPr>
          <a:xfrm>
            <a:off x="2336800" y="4191000"/>
            <a:ext cx="1092200" cy="276999"/>
          </a:xfrm>
          <a:prstGeom prst="rect">
            <a:avLst/>
          </a:prstGeom>
          <a:noFill/>
        </p:spPr>
        <p:txBody>
          <a:bodyPr vert="horz" wrap="square" lIns="0" tIns="0" rIns="0" bIns="0" rtlCol="0">
            <a:noAutofit/>
          </a:bodyPr>
          <a:lstStyle/>
          <a:p>
            <a:r>
              <a:rPr lang="en-US" altLang="zh-CN" sz="820" b="1">
                <a:solidFill>
                  <a:srgbClr val="B85C00"/>
                </a:solidFill>
                <a:latin typeface="Aptos" panose="020B0004020202020204" pitchFamily="34" charset="0"/>
              </a:rPr>
              <a:t>Qualify</a:t>
            </a:r>
            <a:endParaRPr lang="zh-CN" altLang="en-US" sz="820" b="1">
              <a:solidFill>
                <a:srgbClr val="B85C00"/>
              </a:solidFill>
              <a:latin typeface="Aptos" panose="020B0004020202020204" pitchFamily="34" charset="0"/>
            </a:endParaRPr>
          </a:p>
        </p:txBody>
      </p:sp>
      <p:sp>
        <p:nvSpPr>
          <p:cNvPr id="20" name="def-t-1">
            <a:extLst>
              <a:ext uri="{FF2B5EF4-FFF2-40B4-BE49-F238E27FC236}">
                <a16:creationId xmlns:a16="http://schemas.microsoft.com/office/drawing/2014/main" id="{1ACC5B94-218B-3D52-4496-E84EE0C0A6CC}"/>
              </a:ext>
            </a:extLst>
          </p:cNvPr>
          <p:cNvSpPr txBox="1"/>
          <p:nvPr/>
        </p:nvSpPr>
        <p:spPr>
          <a:xfrm>
            <a:off x="3606800" y="4191000"/>
            <a:ext cx="5943600" cy="276999"/>
          </a:xfrm>
          <a:prstGeom prst="rect">
            <a:avLst/>
          </a:prstGeom>
          <a:noFill/>
        </p:spPr>
        <p:txBody>
          <a:bodyPr vert="horz" wrap="square" lIns="0" tIns="0" rIns="0" bIns="0" rtlCol="0">
            <a:noAutofit/>
          </a:bodyPr>
          <a:lstStyle/>
          <a:p>
            <a:r>
              <a:rPr lang="en-US" altLang="zh-CN" sz="780">
                <a:solidFill>
                  <a:srgbClr val="071A3D"/>
                </a:solidFill>
                <a:latin typeface="Aptos" panose="020B0004020202020204" pitchFamily="34" charset="0"/>
              </a:rPr>
              <a:t>Each denominator is finite. Provider, model, and access boundaries are stated before interpretation.</a:t>
            </a:r>
            <a:endParaRPr lang="zh-CN" altLang="en-US" sz="780">
              <a:solidFill>
                <a:srgbClr val="071A3D"/>
              </a:solidFill>
              <a:latin typeface="Aptos" panose="020B0004020202020204" pitchFamily="34" charset="0"/>
            </a:endParaRPr>
          </a:p>
        </p:txBody>
      </p:sp>
      <p:sp>
        <p:nvSpPr>
          <p:cNvPr id="21" name="def-2">
            <a:extLst>
              <a:ext uri="{FF2B5EF4-FFF2-40B4-BE49-F238E27FC236}">
                <a16:creationId xmlns:a16="http://schemas.microsoft.com/office/drawing/2014/main" id="{6BB83544-F067-5DC8-98C1-A9DA4A5651C8}"/>
              </a:ext>
            </a:extLst>
          </p:cNvPr>
          <p:cNvSpPr/>
          <p:nvPr/>
        </p:nvSpPr>
        <p:spPr>
          <a:xfrm>
            <a:off x="1955800" y="4775200"/>
            <a:ext cx="8280400" cy="4826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ef-k-2">
            <a:extLst>
              <a:ext uri="{FF2B5EF4-FFF2-40B4-BE49-F238E27FC236}">
                <a16:creationId xmlns:a16="http://schemas.microsoft.com/office/drawing/2014/main" id="{615BDFB6-40F0-03EB-9513-2AACF0137041}"/>
              </a:ext>
            </a:extLst>
          </p:cNvPr>
          <p:cNvSpPr txBox="1"/>
          <p:nvPr/>
        </p:nvSpPr>
        <p:spPr>
          <a:xfrm>
            <a:off x="2336800" y="4927600"/>
            <a:ext cx="1092200" cy="276999"/>
          </a:xfrm>
          <a:prstGeom prst="rect">
            <a:avLst/>
          </a:prstGeom>
          <a:noFill/>
        </p:spPr>
        <p:txBody>
          <a:bodyPr vert="horz" wrap="square" lIns="0" tIns="0" rIns="0" bIns="0" rtlCol="0">
            <a:noAutofit/>
          </a:bodyPr>
          <a:lstStyle/>
          <a:p>
            <a:r>
              <a:rPr lang="en-US" altLang="zh-CN" sz="820" b="1">
                <a:solidFill>
                  <a:srgbClr val="B8293C"/>
                </a:solidFill>
                <a:latin typeface="Aptos" panose="020B0004020202020204" pitchFamily="34" charset="0"/>
              </a:rPr>
              <a:t>Refuse</a:t>
            </a:r>
            <a:endParaRPr lang="zh-CN" altLang="en-US" sz="820" b="1">
              <a:solidFill>
                <a:srgbClr val="B8293C"/>
              </a:solidFill>
              <a:latin typeface="Aptos" panose="020B0004020202020204" pitchFamily="34" charset="0"/>
            </a:endParaRPr>
          </a:p>
        </p:txBody>
      </p:sp>
      <p:sp>
        <p:nvSpPr>
          <p:cNvPr id="23" name="def-t-2">
            <a:extLst>
              <a:ext uri="{FF2B5EF4-FFF2-40B4-BE49-F238E27FC236}">
                <a16:creationId xmlns:a16="http://schemas.microsoft.com/office/drawing/2014/main" id="{4F470C02-BEC3-6AD6-54FD-234709A553D0}"/>
              </a:ext>
            </a:extLst>
          </p:cNvPr>
          <p:cNvSpPr txBox="1"/>
          <p:nvPr/>
        </p:nvSpPr>
        <p:spPr>
          <a:xfrm>
            <a:off x="3606800" y="4927600"/>
            <a:ext cx="5943600" cy="276999"/>
          </a:xfrm>
          <a:prstGeom prst="rect">
            <a:avLst/>
          </a:prstGeom>
          <a:noFill/>
        </p:spPr>
        <p:txBody>
          <a:bodyPr vert="horz" wrap="square" lIns="0" tIns="0" rIns="0" bIns="0" rtlCol="0">
            <a:noAutofit/>
          </a:bodyPr>
          <a:lstStyle/>
          <a:p>
            <a:r>
              <a:rPr lang="en-US" altLang="zh-CN" sz="780">
                <a:solidFill>
                  <a:srgbClr val="071A3D"/>
                </a:solidFill>
                <a:latin typeface="Aptos" panose="020B0004020202020204" pitchFamily="34" charset="0"/>
              </a:rPr>
              <a:t>No legal authorship proof, no provider accusation, no safety certificate, and no universal watermarking claim.</a:t>
            </a:r>
            <a:endParaRPr lang="zh-CN" altLang="en-US" sz="780">
              <a:solidFill>
                <a:srgbClr val="071A3D"/>
              </a:solidFill>
              <a:latin typeface="Aptos" panose="020B0004020202020204" pitchFamily="34" charset="0"/>
            </a:endParaRPr>
          </a:p>
        </p:txBody>
      </p:sp>
      <p:sp>
        <p:nvSpPr>
          <p:cNvPr id="24" name="footer-hit-11">
            <a:hlinkClick r:id="rId4"/>
            <a:extLst>
              <a:ext uri="{FF2B5EF4-FFF2-40B4-BE49-F238E27FC236}">
                <a16:creationId xmlns:a16="http://schemas.microsoft.com/office/drawing/2014/main" id="{5D552927-0301-56F8-A162-B0DD56EF89AB}"/>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5461373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p:bldP spid="17" grpId="0"/>
      <p:bldP spid="18" grpId="0" animBg="1"/>
      <p:bldP spid="19" grpId="0"/>
      <p:bldP spid="20" grpId="0"/>
      <p:bldP spid="21" grpId="0" animBg="1"/>
      <p:bldP spid="22" grpId="0"/>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E8FAFB4-5D44-6F17-1B25-0507CB0736A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948CE5A-00A8-8A78-E7C1-04E45560D6A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F3638E4C-469C-FF21-3A71-E669584045CA}"/>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9BE2782-4A22-C00D-8BBB-C30A38322D6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FUTURE 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E24F4FB-BAFB-0575-D402-62EF5D1280F1}"/>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10E5053-8744-397E-5B64-1983C232E943}"/>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A08E6C5C-5598-9774-477B-96D5D5B4E09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FEA78F67-A222-E62A-F588-6CF1F578C2D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8A322D1F-BCA1-9713-6CC6-0EC149B96FD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FYP artifact is complete; paper workstreams are planned continuations.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1E7676D3-C72F-0907-31CF-21B09C0F95B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Publication targets are roadmap items, not extra claims added to the submitted dissertation.</a:t>
            </a:r>
            <a:endParaRPr lang="zh-CN" altLang="en-US" sz="930">
              <a:solidFill>
                <a:srgbClr val="4A5B78"/>
              </a:solidFill>
              <a:latin typeface="Aptos" panose="020B0004020202020204" pitchFamily="34" charset="0"/>
            </a:endParaRPr>
          </a:p>
        </p:txBody>
      </p:sp>
      <p:sp>
        <p:nvSpPr>
          <p:cNvPr id="13" name="fyp-box">
            <a:extLst>
              <a:ext uri="{FF2B5EF4-FFF2-40B4-BE49-F238E27FC236}">
                <a16:creationId xmlns:a16="http://schemas.microsoft.com/office/drawing/2014/main" id="{D742BCE3-DB87-7A71-0012-A73FA49A2474}"/>
              </a:ext>
            </a:extLst>
          </p:cNvPr>
          <p:cNvSpPr/>
          <p:nvPr/>
        </p:nvSpPr>
        <p:spPr>
          <a:xfrm>
            <a:off x="889000" y="2006600"/>
            <a:ext cx="4089400" cy="28702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yp-k">
            <a:extLst>
              <a:ext uri="{FF2B5EF4-FFF2-40B4-BE49-F238E27FC236}">
                <a16:creationId xmlns:a16="http://schemas.microsoft.com/office/drawing/2014/main" id="{29273A5E-148A-11EC-54E2-55E359701D99}"/>
              </a:ext>
            </a:extLst>
          </p:cNvPr>
          <p:cNvSpPr txBox="1"/>
          <p:nvPr/>
        </p:nvSpPr>
        <p:spPr>
          <a:xfrm>
            <a:off x="1270000" y="2336800"/>
            <a:ext cx="1905000" cy="276999"/>
          </a:xfrm>
          <a:prstGeom prst="rect">
            <a:avLst/>
          </a:prstGeom>
          <a:noFill/>
        </p:spPr>
        <p:txBody>
          <a:bodyPr vert="horz" wrap="square" lIns="0" tIns="0" rIns="0" bIns="0" rtlCol="0">
            <a:noAutofit/>
          </a:bodyPr>
          <a:lstStyle/>
          <a:p>
            <a:r>
              <a:rPr lang="en-US" altLang="zh-CN" sz="770" b="1">
                <a:solidFill>
                  <a:srgbClr val="003B7A"/>
                </a:solidFill>
                <a:latin typeface="Aptos" panose="020B0004020202020204" pitchFamily="34" charset="0"/>
              </a:rPr>
              <a:t>SUBMITTED FYP ARTIFACT</a:t>
            </a:r>
            <a:endParaRPr lang="zh-CN" altLang="en-US" sz="770" b="1">
              <a:solidFill>
                <a:srgbClr val="003B7A"/>
              </a:solidFill>
              <a:latin typeface="Aptos" panose="020B0004020202020204" pitchFamily="34" charset="0"/>
            </a:endParaRPr>
          </a:p>
        </p:txBody>
      </p:sp>
      <p:sp>
        <p:nvSpPr>
          <p:cNvPr id="15" name="fyp-t">
            <a:extLst>
              <a:ext uri="{FF2B5EF4-FFF2-40B4-BE49-F238E27FC236}">
                <a16:creationId xmlns:a16="http://schemas.microsoft.com/office/drawing/2014/main" id="{629398F0-9E4F-B586-355A-AC91B6AB65C1}"/>
              </a:ext>
            </a:extLst>
          </p:cNvPr>
          <p:cNvSpPr txBox="1"/>
          <p:nvPr/>
        </p:nvSpPr>
        <p:spPr>
          <a:xfrm>
            <a:off x="1270000" y="2870200"/>
            <a:ext cx="2921000" cy="276999"/>
          </a:xfrm>
          <a:prstGeom prst="rect">
            <a:avLst/>
          </a:prstGeom>
          <a:noFill/>
        </p:spPr>
        <p:txBody>
          <a:bodyPr vert="horz" wrap="square" lIns="0" tIns="0" rIns="0" bIns="0" rtlCol="0">
            <a:noAutofit/>
          </a:bodyPr>
          <a:lstStyle/>
          <a:p>
            <a:r>
              <a:rPr lang="en-US" altLang="zh-CN" b="1">
                <a:solidFill>
                  <a:srgbClr val="071A3D"/>
                </a:solidFill>
                <a:latin typeface="Aptos" panose="020B0004020202020204" pitchFamily="34" charset="0"/>
              </a:rPr>
              <a:t>Complete individual implementation and dissertation package</a:t>
            </a:r>
            <a:endParaRPr lang="zh-CN" altLang="en-US" b="1">
              <a:solidFill>
                <a:srgbClr val="071A3D"/>
              </a:solidFill>
              <a:latin typeface="Aptos" panose="020B0004020202020204" pitchFamily="34" charset="0"/>
            </a:endParaRPr>
          </a:p>
        </p:txBody>
      </p:sp>
      <p:sp>
        <p:nvSpPr>
          <p:cNvPr id="16" name="fyp-s">
            <a:extLst>
              <a:ext uri="{FF2B5EF4-FFF2-40B4-BE49-F238E27FC236}">
                <a16:creationId xmlns:a16="http://schemas.microsoft.com/office/drawing/2014/main" id="{C025691B-4737-BFD6-8C6B-F46C0C5E549E}"/>
              </a:ext>
            </a:extLst>
          </p:cNvPr>
          <p:cNvSpPr txBox="1"/>
          <p:nvPr/>
        </p:nvSpPr>
        <p:spPr>
          <a:xfrm>
            <a:off x="1270000" y="3708400"/>
            <a:ext cx="2997200" cy="276999"/>
          </a:xfrm>
          <a:prstGeom prst="rect">
            <a:avLst/>
          </a:prstGeom>
          <a:noFill/>
        </p:spPr>
        <p:txBody>
          <a:bodyPr vert="horz" wrap="square" lIns="0" tIns="0" rIns="0" bIns="0" rtlCol="0">
            <a:noAutofit/>
          </a:bodyPr>
          <a:lstStyle/>
          <a:p>
            <a:r>
              <a:rPr lang="en-US" altLang="zh-CN" sz="920">
                <a:solidFill>
                  <a:srgbClr val="4A5B78"/>
                </a:solidFill>
                <a:latin typeface="Aptos" panose="020B0004020202020204" pitchFamily="34" charset="0"/>
              </a:rPr>
              <a:t>The viva is assessed on the submitted repository, dissertation, evidence files, and bounded claims.</a:t>
            </a:r>
            <a:endParaRPr lang="zh-CN" altLang="en-US" sz="920">
              <a:solidFill>
                <a:srgbClr val="4A5B78"/>
              </a:solidFill>
              <a:latin typeface="Aptos" panose="020B0004020202020204" pitchFamily="34" charset="0"/>
            </a:endParaRPr>
          </a:p>
        </p:txBody>
      </p:sp>
      <p:cxnSp>
        <p:nvCxnSpPr>
          <p:cNvPr id="17" name="future-arrow">
            <a:extLst>
              <a:ext uri="{FF2B5EF4-FFF2-40B4-BE49-F238E27FC236}">
                <a16:creationId xmlns:a16="http://schemas.microsoft.com/office/drawing/2014/main" id="{9D774252-E896-B71D-AB04-821D09CD90D9}"/>
              </a:ext>
            </a:extLst>
          </p:cNvPr>
          <p:cNvCxnSpPr/>
          <p:nvPr/>
        </p:nvCxnSpPr>
        <p:spPr>
          <a:xfrm>
            <a:off x="5257800" y="3454400"/>
            <a:ext cx="10414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future-label">
            <a:extLst>
              <a:ext uri="{FF2B5EF4-FFF2-40B4-BE49-F238E27FC236}">
                <a16:creationId xmlns:a16="http://schemas.microsoft.com/office/drawing/2014/main" id="{A5F14030-2BF4-22DE-C29D-D51860AD60EE}"/>
              </a:ext>
            </a:extLst>
          </p:cNvPr>
          <p:cNvSpPr txBox="1"/>
          <p:nvPr/>
        </p:nvSpPr>
        <p:spPr>
          <a:xfrm>
            <a:off x="6375400" y="2108200"/>
            <a:ext cx="3302000" cy="276999"/>
          </a:xfrm>
          <a:prstGeom prst="rect">
            <a:avLst/>
          </a:prstGeom>
          <a:noFill/>
        </p:spPr>
        <p:txBody>
          <a:bodyPr vert="horz" wrap="square" lIns="0" tIns="0" rIns="0" bIns="0" rtlCol="0">
            <a:noAutofit/>
          </a:bodyPr>
          <a:lstStyle/>
          <a:p>
            <a:r>
              <a:rPr lang="en-US" altLang="zh-CN" sz="770" b="1">
                <a:solidFill>
                  <a:srgbClr val="4A5B78"/>
                </a:solidFill>
                <a:latin typeface="Aptos" panose="020B0004020202020204" pitchFamily="34" charset="0"/>
              </a:rPr>
              <a:t>POST-FYP PAPER WORKSTREAMS</a:t>
            </a:r>
            <a:endParaRPr lang="zh-CN" altLang="en-US" sz="770" b="1">
              <a:solidFill>
                <a:srgbClr val="4A5B78"/>
              </a:solidFill>
              <a:latin typeface="Aptos" panose="020B0004020202020204" pitchFamily="34" charset="0"/>
            </a:endParaRPr>
          </a:p>
        </p:txBody>
      </p:sp>
      <p:sp>
        <p:nvSpPr>
          <p:cNvPr id="19" name="road-0">
            <a:extLst>
              <a:ext uri="{FF2B5EF4-FFF2-40B4-BE49-F238E27FC236}">
                <a16:creationId xmlns:a16="http://schemas.microsoft.com/office/drawing/2014/main" id="{30B8901C-7F15-3FF9-4517-FA362A6329DC}"/>
              </a:ext>
            </a:extLst>
          </p:cNvPr>
          <p:cNvSpPr/>
          <p:nvPr/>
        </p:nvSpPr>
        <p:spPr>
          <a:xfrm>
            <a:off x="6400800" y="2463800"/>
            <a:ext cx="4546600" cy="35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band-0">
            <a:extLst>
              <a:ext uri="{FF2B5EF4-FFF2-40B4-BE49-F238E27FC236}">
                <a16:creationId xmlns:a16="http://schemas.microsoft.com/office/drawing/2014/main" id="{A5AEEEAC-0561-6DEA-95F0-7C69199FEAA1}"/>
              </a:ext>
            </a:extLst>
          </p:cNvPr>
          <p:cNvSpPr/>
          <p:nvPr/>
        </p:nvSpPr>
        <p:spPr>
          <a:xfrm>
            <a:off x="6400800" y="2463800"/>
            <a:ext cx="76200" cy="355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oad-title-0">
            <a:extLst>
              <a:ext uri="{FF2B5EF4-FFF2-40B4-BE49-F238E27FC236}">
                <a16:creationId xmlns:a16="http://schemas.microsoft.com/office/drawing/2014/main" id="{E1AA4576-3364-04D8-C992-E3AA46370193}"/>
              </a:ext>
            </a:extLst>
          </p:cNvPr>
          <p:cNvSpPr txBox="1"/>
          <p:nvPr/>
        </p:nvSpPr>
        <p:spPr>
          <a:xfrm>
            <a:off x="6680200" y="2565400"/>
            <a:ext cx="1346200" cy="276999"/>
          </a:xfrm>
          <a:prstGeom prst="rect">
            <a:avLst/>
          </a:prstGeom>
          <a:noFill/>
        </p:spPr>
        <p:txBody>
          <a:bodyPr vert="horz" wrap="square" lIns="0" tIns="0" rIns="0" bIns="0" rtlCol="0">
            <a:noAutofit/>
          </a:bodyPr>
          <a:lstStyle/>
          <a:p>
            <a:r>
              <a:rPr lang="en-US" altLang="zh-CN" sz="760" b="1">
                <a:solidFill>
                  <a:srgbClr val="003B7A"/>
                </a:solidFill>
                <a:latin typeface="Aptos" panose="020B0004020202020204" pitchFamily="34" charset="0"/>
              </a:rPr>
              <a:t>CodeMarkBench</a:t>
            </a:r>
            <a:endParaRPr lang="zh-CN" altLang="en-US" sz="760" b="1">
              <a:solidFill>
                <a:srgbClr val="003B7A"/>
              </a:solidFill>
              <a:latin typeface="Aptos" panose="020B0004020202020204" pitchFamily="34" charset="0"/>
            </a:endParaRPr>
          </a:p>
        </p:txBody>
      </p:sp>
      <p:sp>
        <p:nvSpPr>
          <p:cNvPr id="22" name="road-targett-0">
            <a:extLst>
              <a:ext uri="{FF2B5EF4-FFF2-40B4-BE49-F238E27FC236}">
                <a16:creationId xmlns:a16="http://schemas.microsoft.com/office/drawing/2014/main" id="{4A121526-B19E-0A8C-EF30-13B20CEF597D}"/>
              </a:ext>
            </a:extLst>
          </p:cNvPr>
          <p:cNvSpPr txBox="1"/>
          <p:nvPr/>
        </p:nvSpPr>
        <p:spPr>
          <a:xfrm>
            <a:off x="8255000" y="2565400"/>
            <a:ext cx="736600" cy="276999"/>
          </a:xfrm>
          <a:prstGeom prst="rect">
            <a:avLst/>
          </a:prstGeom>
          <a:noFill/>
        </p:spPr>
        <p:txBody>
          <a:bodyPr vert="horz" wrap="square" lIns="0" tIns="0" rIns="0" bIns="0" rtlCol="0">
            <a:noAutofit/>
          </a:bodyPr>
          <a:lstStyle/>
          <a:p>
            <a:r>
              <a:rPr lang="en-US" altLang="zh-CN" sz="710" b="1">
                <a:solidFill>
                  <a:srgbClr val="003B7A"/>
                </a:solidFill>
                <a:latin typeface="Aptos" panose="020B0004020202020204" pitchFamily="34" charset="0"/>
              </a:rPr>
              <a:t>TOSEM</a:t>
            </a:r>
            <a:endParaRPr lang="zh-CN" altLang="en-US" sz="710" b="1">
              <a:solidFill>
                <a:srgbClr val="003B7A"/>
              </a:solidFill>
              <a:latin typeface="Aptos" panose="020B0004020202020204" pitchFamily="34" charset="0"/>
            </a:endParaRPr>
          </a:p>
        </p:txBody>
      </p:sp>
      <p:sp>
        <p:nvSpPr>
          <p:cNvPr id="23" name="road-sub-0">
            <a:extLst>
              <a:ext uri="{FF2B5EF4-FFF2-40B4-BE49-F238E27FC236}">
                <a16:creationId xmlns:a16="http://schemas.microsoft.com/office/drawing/2014/main" id="{31EFC126-E6AF-3CA7-B179-9593BC1B163B}"/>
              </a:ext>
            </a:extLst>
          </p:cNvPr>
          <p:cNvSpPr txBox="1"/>
          <p:nvPr/>
        </p:nvSpPr>
        <p:spPr>
          <a:xfrm>
            <a:off x="9271000" y="2565400"/>
            <a:ext cx="13716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executability and adequacy</a:t>
            </a:r>
            <a:endParaRPr lang="zh-CN" altLang="en-US" sz="710">
              <a:solidFill>
                <a:srgbClr val="4A5B78"/>
              </a:solidFill>
              <a:latin typeface="Aptos" panose="020B0004020202020204" pitchFamily="34" charset="0"/>
            </a:endParaRPr>
          </a:p>
        </p:txBody>
      </p:sp>
      <p:sp>
        <p:nvSpPr>
          <p:cNvPr id="24" name="road-1">
            <a:extLst>
              <a:ext uri="{FF2B5EF4-FFF2-40B4-BE49-F238E27FC236}">
                <a16:creationId xmlns:a16="http://schemas.microsoft.com/office/drawing/2014/main" id="{C7EF610B-2A86-211D-0E18-91E8D880E3B6}"/>
              </a:ext>
            </a:extLst>
          </p:cNvPr>
          <p:cNvSpPr/>
          <p:nvPr/>
        </p:nvSpPr>
        <p:spPr>
          <a:xfrm>
            <a:off x="6400800" y="2997200"/>
            <a:ext cx="4546600" cy="35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oad-band-1">
            <a:extLst>
              <a:ext uri="{FF2B5EF4-FFF2-40B4-BE49-F238E27FC236}">
                <a16:creationId xmlns:a16="http://schemas.microsoft.com/office/drawing/2014/main" id="{6175B2CF-7DFE-732F-13D8-B175DE74D4B7}"/>
              </a:ext>
            </a:extLst>
          </p:cNvPr>
          <p:cNvSpPr/>
          <p:nvPr/>
        </p:nvSpPr>
        <p:spPr>
          <a:xfrm>
            <a:off x="6400800" y="2997200"/>
            <a:ext cx="76200" cy="355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road-title-1">
            <a:extLst>
              <a:ext uri="{FF2B5EF4-FFF2-40B4-BE49-F238E27FC236}">
                <a16:creationId xmlns:a16="http://schemas.microsoft.com/office/drawing/2014/main" id="{D2A506ED-066A-7EF9-4D16-C842ED632B69}"/>
              </a:ext>
            </a:extLst>
          </p:cNvPr>
          <p:cNvSpPr txBox="1"/>
          <p:nvPr/>
        </p:nvSpPr>
        <p:spPr>
          <a:xfrm>
            <a:off x="6680200" y="3098800"/>
            <a:ext cx="1346200" cy="276999"/>
          </a:xfrm>
          <a:prstGeom prst="rect">
            <a:avLst/>
          </a:prstGeom>
          <a:noFill/>
        </p:spPr>
        <p:txBody>
          <a:bodyPr vert="horz" wrap="square" lIns="0" tIns="0" rIns="0" bIns="0" rtlCol="0">
            <a:noAutofit/>
          </a:bodyPr>
          <a:lstStyle/>
          <a:p>
            <a:r>
              <a:rPr lang="en-US" altLang="zh-CN" sz="760" b="1">
                <a:solidFill>
                  <a:srgbClr val="168E8B"/>
                </a:solidFill>
                <a:latin typeface="Aptos" panose="020B0004020202020204" pitchFamily="34" charset="0"/>
              </a:rPr>
              <a:t>SemCodebook</a:t>
            </a:r>
            <a:endParaRPr lang="zh-CN" altLang="en-US" sz="760" b="1">
              <a:solidFill>
                <a:srgbClr val="168E8B"/>
              </a:solidFill>
              <a:latin typeface="Aptos" panose="020B0004020202020204" pitchFamily="34" charset="0"/>
            </a:endParaRPr>
          </a:p>
        </p:txBody>
      </p:sp>
      <p:sp>
        <p:nvSpPr>
          <p:cNvPr id="27" name="road-targett-1">
            <a:extLst>
              <a:ext uri="{FF2B5EF4-FFF2-40B4-BE49-F238E27FC236}">
                <a16:creationId xmlns:a16="http://schemas.microsoft.com/office/drawing/2014/main" id="{79F46A9E-E258-E19E-AA81-6992BD707EE8}"/>
              </a:ext>
            </a:extLst>
          </p:cNvPr>
          <p:cNvSpPr txBox="1"/>
          <p:nvPr/>
        </p:nvSpPr>
        <p:spPr>
          <a:xfrm>
            <a:off x="8255000" y="3098800"/>
            <a:ext cx="736600" cy="276999"/>
          </a:xfrm>
          <a:prstGeom prst="rect">
            <a:avLst/>
          </a:prstGeom>
          <a:noFill/>
        </p:spPr>
        <p:txBody>
          <a:bodyPr vert="horz" wrap="square" lIns="0" tIns="0" rIns="0" bIns="0" rtlCol="0">
            <a:noAutofit/>
          </a:bodyPr>
          <a:lstStyle/>
          <a:p>
            <a:r>
              <a:rPr lang="en-US" altLang="zh-CN" sz="710" b="1">
                <a:solidFill>
                  <a:srgbClr val="003B7A"/>
                </a:solidFill>
                <a:latin typeface="Aptos" panose="020B0004020202020204" pitchFamily="34" charset="0"/>
              </a:rPr>
              <a:t>EMNLP</a:t>
            </a:r>
            <a:endParaRPr lang="zh-CN" altLang="en-US" sz="710" b="1">
              <a:solidFill>
                <a:srgbClr val="003B7A"/>
              </a:solidFill>
              <a:latin typeface="Aptos" panose="020B0004020202020204" pitchFamily="34" charset="0"/>
            </a:endParaRPr>
          </a:p>
        </p:txBody>
      </p:sp>
      <p:sp>
        <p:nvSpPr>
          <p:cNvPr id="28" name="road-sub-1">
            <a:extLst>
              <a:ext uri="{FF2B5EF4-FFF2-40B4-BE49-F238E27FC236}">
                <a16:creationId xmlns:a16="http://schemas.microsoft.com/office/drawing/2014/main" id="{9B288BE5-6155-1C4B-E314-4B133A0E2F94}"/>
              </a:ext>
            </a:extLst>
          </p:cNvPr>
          <p:cNvSpPr txBox="1"/>
          <p:nvPr/>
        </p:nvSpPr>
        <p:spPr>
          <a:xfrm>
            <a:off x="9271000" y="3098800"/>
            <a:ext cx="13716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structured recovery</a:t>
            </a:r>
            <a:endParaRPr lang="zh-CN" altLang="en-US" sz="710">
              <a:solidFill>
                <a:srgbClr val="4A5B78"/>
              </a:solidFill>
              <a:latin typeface="Aptos" panose="020B0004020202020204" pitchFamily="34" charset="0"/>
            </a:endParaRPr>
          </a:p>
        </p:txBody>
      </p:sp>
      <p:sp>
        <p:nvSpPr>
          <p:cNvPr id="29" name="road-2">
            <a:extLst>
              <a:ext uri="{FF2B5EF4-FFF2-40B4-BE49-F238E27FC236}">
                <a16:creationId xmlns:a16="http://schemas.microsoft.com/office/drawing/2014/main" id="{2A278186-4939-6EFB-CD25-26D45E44BF91}"/>
              </a:ext>
            </a:extLst>
          </p:cNvPr>
          <p:cNvSpPr/>
          <p:nvPr/>
        </p:nvSpPr>
        <p:spPr>
          <a:xfrm>
            <a:off x="6400800" y="3530600"/>
            <a:ext cx="4546600" cy="35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road-band-2">
            <a:extLst>
              <a:ext uri="{FF2B5EF4-FFF2-40B4-BE49-F238E27FC236}">
                <a16:creationId xmlns:a16="http://schemas.microsoft.com/office/drawing/2014/main" id="{96573EB0-FF47-5A5E-F7C6-99FC46B053E5}"/>
              </a:ext>
            </a:extLst>
          </p:cNvPr>
          <p:cNvSpPr/>
          <p:nvPr/>
        </p:nvSpPr>
        <p:spPr>
          <a:xfrm>
            <a:off x="6400800" y="3530600"/>
            <a:ext cx="76200" cy="355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oad-title-2">
            <a:extLst>
              <a:ext uri="{FF2B5EF4-FFF2-40B4-BE49-F238E27FC236}">
                <a16:creationId xmlns:a16="http://schemas.microsoft.com/office/drawing/2014/main" id="{FEBD2CA7-EA11-25A0-D185-0D79B0222900}"/>
              </a:ext>
            </a:extLst>
          </p:cNvPr>
          <p:cNvSpPr txBox="1"/>
          <p:nvPr/>
        </p:nvSpPr>
        <p:spPr>
          <a:xfrm>
            <a:off x="6680200" y="3632200"/>
            <a:ext cx="1346200" cy="276999"/>
          </a:xfrm>
          <a:prstGeom prst="rect">
            <a:avLst/>
          </a:prstGeom>
          <a:noFill/>
        </p:spPr>
        <p:txBody>
          <a:bodyPr vert="horz" wrap="square" lIns="0" tIns="0" rIns="0" bIns="0" rtlCol="0">
            <a:noAutofit/>
          </a:bodyPr>
          <a:lstStyle/>
          <a:p>
            <a:r>
              <a:rPr lang="en-US" altLang="zh-CN" sz="760" b="1">
                <a:solidFill>
                  <a:srgbClr val="5B45C8"/>
                </a:solidFill>
                <a:latin typeface="Aptos" panose="020B0004020202020204" pitchFamily="34" charset="0"/>
              </a:rPr>
              <a:t>CodeDye</a:t>
            </a:r>
            <a:endParaRPr lang="zh-CN" altLang="en-US" sz="760" b="1">
              <a:solidFill>
                <a:srgbClr val="5B45C8"/>
              </a:solidFill>
              <a:latin typeface="Aptos" panose="020B0004020202020204" pitchFamily="34" charset="0"/>
            </a:endParaRPr>
          </a:p>
        </p:txBody>
      </p:sp>
      <p:sp>
        <p:nvSpPr>
          <p:cNvPr id="32" name="road-targett-2">
            <a:extLst>
              <a:ext uri="{FF2B5EF4-FFF2-40B4-BE49-F238E27FC236}">
                <a16:creationId xmlns:a16="http://schemas.microsoft.com/office/drawing/2014/main" id="{83B674F4-6E72-5F6A-3C7B-BF4F89A4CE1E}"/>
              </a:ext>
            </a:extLst>
          </p:cNvPr>
          <p:cNvSpPr txBox="1"/>
          <p:nvPr/>
        </p:nvSpPr>
        <p:spPr>
          <a:xfrm>
            <a:off x="8255000" y="3632200"/>
            <a:ext cx="736600" cy="276999"/>
          </a:xfrm>
          <a:prstGeom prst="rect">
            <a:avLst/>
          </a:prstGeom>
          <a:noFill/>
        </p:spPr>
        <p:txBody>
          <a:bodyPr vert="horz" wrap="square" lIns="0" tIns="0" rIns="0" bIns="0" rtlCol="0">
            <a:noAutofit/>
          </a:bodyPr>
          <a:lstStyle/>
          <a:p>
            <a:r>
              <a:rPr lang="en-US" altLang="zh-CN" sz="710" b="1">
                <a:solidFill>
                  <a:srgbClr val="003B7A"/>
                </a:solidFill>
                <a:latin typeface="Aptos" panose="020B0004020202020204" pitchFamily="34" charset="0"/>
              </a:rPr>
              <a:t>EMNLP</a:t>
            </a:r>
            <a:endParaRPr lang="zh-CN" altLang="en-US" sz="710" b="1">
              <a:solidFill>
                <a:srgbClr val="003B7A"/>
              </a:solidFill>
              <a:latin typeface="Aptos" panose="020B0004020202020204" pitchFamily="34" charset="0"/>
            </a:endParaRPr>
          </a:p>
        </p:txBody>
      </p:sp>
      <p:sp>
        <p:nvSpPr>
          <p:cNvPr id="33" name="road-sub-2">
            <a:extLst>
              <a:ext uri="{FF2B5EF4-FFF2-40B4-BE49-F238E27FC236}">
                <a16:creationId xmlns:a16="http://schemas.microsoft.com/office/drawing/2014/main" id="{04DF56D8-2753-90E6-EDDF-29AEA1515461}"/>
              </a:ext>
            </a:extLst>
          </p:cNvPr>
          <p:cNvSpPr txBox="1"/>
          <p:nvPr/>
        </p:nvSpPr>
        <p:spPr>
          <a:xfrm>
            <a:off x="9271000" y="3632200"/>
            <a:ext cx="13716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conservative audit</a:t>
            </a:r>
            <a:endParaRPr lang="zh-CN" altLang="en-US" sz="710">
              <a:solidFill>
                <a:srgbClr val="4A5B78"/>
              </a:solidFill>
              <a:latin typeface="Aptos" panose="020B0004020202020204" pitchFamily="34" charset="0"/>
            </a:endParaRPr>
          </a:p>
        </p:txBody>
      </p:sp>
      <p:sp>
        <p:nvSpPr>
          <p:cNvPr id="34" name="road-3">
            <a:extLst>
              <a:ext uri="{FF2B5EF4-FFF2-40B4-BE49-F238E27FC236}">
                <a16:creationId xmlns:a16="http://schemas.microsoft.com/office/drawing/2014/main" id="{1081D822-9FC5-05FD-BC42-77D3AC2201F0}"/>
              </a:ext>
            </a:extLst>
          </p:cNvPr>
          <p:cNvSpPr/>
          <p:nvPr/>
        </p:nvSpPr>
        <p:spPr>
          <a:xfrm>
            <a:off x="6400800" y="4064000"/>
            <a:ext cx="4546600" cy="35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band-3">
            <a:extLst>
              <a:ext uri="{FF2B5EF4-FFF2-40B4-BE49-F238E27FC236}">
                <a16:creationId xmlns:a16="http://schemas.microsoft.com/office/drawing/2014/main" id="{C9C85B43-BAA1-938A-A857-E041CF7ABA73}"/>
              </a:ext>
            </a:extLst>
          </p:cNvPr>
          <p:cNvSpPr/>
          <p:nvPr/>
        </p:nvSpPr>
        <p:spPr>
          <a:xfrm>
            <a:off x="6400800" y="4064000"/>
            <a:ext cx="76200" cy="355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road-title-3">
            <a:extLst>
              <a:ext uri="{FF2B5EF4-FFF2-40B4-BE49-F238E27FC236}">
                <a16:creationId xmlns:a16="http://schemas.microsoft.com/office/drawing/2014/main" id="{D776A370-7F4B-481C-C568-A9A3EA91F75B}"/>
              </a:ext>
            </a:extLst>
          </p:cNvPr>
          <p:cNvSpPr txBox="1"/>
          <p:nvPr/>
        </p:nvSpPr>
        <p:spPr>
          <a:xfrm>
            <a:off x="6680200" y="4165600"/>
            <a:ext cx="1346200" cy="276999"/>
          </a:xfrm>
          <a:prstGeom prst="rect">
            <a:avLst/>
          </a:prstGeom>
          <a:noFill/>
        </p:spPr>
        <p:txBody>
          <a:bodyPr vert="horz" wrap="square" lIns="0" tIns="0" rIns="0" bIns="0" rtlCol="0">
            <a:noAutofit/>
          </a:bodyPr>
          <a:lstStyle/>
          <a:p>
            <a:r>
              <a:rPr lang="en-US" altLang="zh-CN" sz="760" b="1">
                <a:solidFill>
                  <a:srgbClr val="B85C00"/>
                </a:solidFill>
                <a:latin typeface="Aptos" panose="020B0004020202020204" pitchFamily="34" charset="0"/>
              </a:rPr>
              <a:t>ProbeTrace</a:t>
            </a:r>
            <a:endParaRPr lang="zh-CN" altLang="en-US" sz="760" b="1">
              <a:solidFill>
                <a:srgbClr val="B85C00"/>
              </a:solidFill>
              <a:latin typeface="Aptos" panose="020B0004020202020204" pitchFamily="34" charset="0"/>
            </a:endParaRPr>
          </a:p>
        </p:txBody>
      </p:sp>
      <p:sp>
        <p:nvSpPr>
          <p:cNvPr id="37" name="road-targett-3">
            <a:extLst>
              <a:ext uri="{FF2B5EF4-FFF2-40B4-BE49-F238E27FC236}">
                <a16:creationId xmlns:a16="http://schemas.microsoft.com/office/drawing/2014/main" id="{9DB36C4B-AE7A-FD39-2B8A-F14AAFB640D6}"/>
              </a:ext>
            </a:extLst>
          </p:cNvPr>
          <p:cNvSpPr txBox="1"/>
          <p:nvPr/>
        </p:nvSpPr>
        <p:spPr>
          <a:xfrm>
            <a:off x="8255000" y="4165600"/>
            <a:ext cx="736600" cy="276999"/>
          </a:xfrm>
          <a:prstGeom prst="rect">
            <a:avLst/>
          </a:prstGeom>
          <a:noFill/>
        </p:spPr>
        <p:txBody>
          <a:bodyPr vert="horz" wrap="square" lIns="0" tIns="0" rIns="0" bIns="0" rtlCol="0">
            <a:noAutofit/>
          </a:bodyPr>
          <a:lstStyle/>
          <a:p>
            <a:r>
              <a:rPr lang="en-US" altLang="zh-CN" sz="710" b="1">
                <a:solidFill>
                  <a:srgbClr val="003B7A"/>
                </a:solidFill>
                <a:latin typeface="Aptos" panose="020B0004020202020204" pitchFamily="34" charset="0"/>
              </a:rPr>
              <a:t>EMNLP</a:t>
            </a:r>
            <a:endParaRPr lang="zh-CN" altLang="en-US" sz="710" b="1">
              <a:solidFill>
                <a:srgbClr val="003B7A"/>
              </a:solidFill>
              <a:latin typeface="Aptos" panose="020B0004020202020204" pitchFamily="34" charset="0"/>
            </a:endParaRPr>
          </a:p>
        </p:txBody>
      </p:sp>
      <p:sp>
        <p:nvSpPr>
          <p:cNvPr id="38" name="road-sub-3">
            <a:extLst>
              <a:ext uri="{FF2B5EF4-FFF2-40B4-BE49-F238E27FC236}">
                <a16:creationId xmlns:a16="http://schemas.microsoft.com/office/drawing/2014/main" id="{C043C4F1-EEA3-6149-E222-9A9853C64E3C}"/>
              </a:ext>
            </a:extLst>
          </p:cNvPr>
          <p:cNvSpPr txBox="1"/>
          <p:nvPr/>
        </p:nvSpPr>
        <p:spPr>
          <a:xfrm>
            <a:off x="9271000" y="4165600"/>
            <a:ext cx="13716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owner evidence</a:t>
            </a:r>
            <a:endParaRPr lang="zh-CN" altLang="en-US" sz="710">
              <a:solidFill>
                <a:srgbClr val="4A5B78"/>
              </a:solidFill>
              <a:latin typeface="Aptos" panose="020B0004020202020204" pitchFamily="34" charset="0"/>
            </a:endParaRPr>
          </a:p>
        </p:txBody>
      </p:sp>
      <p:sp>
        <p:nvSpPr>
          <p:cNvPr id="39" name="road-4">
            <a:extLst>
              <a:ext uri="{FF2B5EF4-FFF2-40B4-BE49-F238E27FC236}">
                <a16:creationId xmlns:a16="http://schemas.microsoft.com/office/drawing/2014/main" id="{E3E40E0F-34A2-2009-15AF-272C194948B6}"/>
              </a:ext>
            </a:extLst>
          </p:cNvPr>
          <p:cNvSpPr/>
          <p:nvPr/>
        </p:nvSpPr>
        <p:spPr>
          <a:xfrm>
            <a:off x="6400800" y="4597400"/>
            <a:ext cx="4546600" cy="355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oad-band-4">
            <a:extLst>
              <a:ext uri="{FF2B5EF4-FFF2-40B4-BE49-F238E27FC236}">
                <a16:creationId xmlns:a16="http://schemas.microsoft.com/office/drawing/2014/main" id="{662D6D01-059E-E868-01D5-6AE7D65F0C02}"/>
              </a:ext>
            </a:extLst>
          </p:cNvPr>
          <p:cNvSpPr/>
          <p:nvPr/>
        </p:nvSpPr>
        <p:spPr>
          <a:xfrm>
            <a:off x="6400800" y="4597400"/>
            <a:ext cx="76200" cy="355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road-title-4">
            <a:extLst>
              <a:ext uri="{FF2B5EF4-FFF2-40B4-BE49-F238E27FC236}">
                <a16:creationId xmlns:a16="http://schemas.microsoft.com/office/drawing/2014/main" id="{1625734C-B653-A436-8BC0-ADA3C5083D74}"/>
              </a:ext>
            </a:extLst>
          </p:cNvPr>
          <p:cNvSpPr txBox="1"/>
          <p:nvPr/>
        </p:nvSpPr>
        <p:spPr>
          <a:xfrm>
            <a:off x="6680200" y="4699000"/>
            <a:ext cx="1346200" cy="276999"/>
          </a:xfrm>
          <a:prstGeom prst="rect">
            <a:avLst/>
          </a:prstGeom>
          <a:noFill/>
        </p:spPr>
        <p:txBody>
          <a:bodyPr vert="horz" wrap="square" lIns="0" tIns="0" rIns="0" bIns="0" rtlCol="0">
            <a:noAutofit/>
          </a:bodyPr>
          <a:lstStyle/>
          <a:p>
            <a:r>
              <a:rPr lang="en-US" altLang="zh-CN" sz="760" b="1">
                <a:solidFill>
                  <a:srgbClr val="1F7A4D"/>
                </a:solidFill>
                <a:latin typeface="Aptos" panose="020B0004020202020204" pitchFamily="34" charset="0"/>
              </a:rPr>
              <a:t>SealAudit</a:t>
            </a:r>
            <a:endParaRPr lang="zh-CN" altLang="en-US" sz="760" b="1">
              <a:solidFill>
                <a:srgbClr val="1F7A4D"/>
              </a:solidFill>
              <a:latin typeface="Aptos" panose="020B0004020202020204" pitchFamily="34" charset="0"/>
            </a:endParaRPr>
          </a:p>
        </p:txBody>
      </p:sp>
      <p:sp>
        <p:nvSpPr>
          <p:cNvPr id="42" name="road-targett-4">
            <a:extLst>
              <a:ext uri="{FF2B5EF4-FFF2-40B4-BE49-F238E27FC236}">
                <a16:creationId xmlns:a16="http://schemas.microsoft.com/office/drawing/2014/main" id="{A37DAA58-BF3F-EEF5-A959-E9E4B299460C}"/>
              </a:ext>
            </a:extLst>
          </p:cNvPr>
          <p:cNvSpPr txBox="1"/>
          <p:nvPr/>
        </p:nvSpPr>
        <p:spPr>
          <a:xfrm>
            <a:off x="8255000" y="4699000"/>
            <a:ext cx="736600" cy="276999"/>
          </a:xfrm>
          <a:prstGeom prst="rect">
            <a:avLst/>
          </a:prstGeom>
          <a:noFill/>
        </p:spPr>
        <p:txBody>
          <a:bodyPr vert="horz" wrap="square" lIns="0" tIns="0" rIns="0" bIns="0" rtlCol="0">
            <a:noAutofit/>
          </a:bodyPr>
          <a:lstStyle/>
          <a:p>
            <a:r>
              <a:rPr lang="en-US" altLang="zh-CN" sz="710" b="1">
                <a:solidFill>
                  <a:srgbClr val="003B7A"/>
                </a:solidFill>
                <a:latin typeface="Aptos" panose="020B0004020202020204" pitchFamily="34" charset="0"/>
              </a:rPr>
              <a:t>EMNLP</a:t>
            </a:r>
            <a:endParaRPr lang="zh-CN" altLang="en-US" sz="710" b="1">
              <a:solidFill>
                <a:srgbClr val="003B7A"/>
              </a:solidFill>
              <a:latin typeface="Aptos" panose="020B0004020202020204" pitchFamily="34" charset="0"/>
            </a:endParaRPr>
          </a:p>
        </p:txBody>
      </p:sp>
      <p:sp>
        <p:nvSpPr>
          <p:cNvPr id="43" name="road-sub-4">
            <a:extLst>
              <a:ext uri="{FF2B5EF4-FFF2-40B4-BE49-F238E27FC236}">
                <a16:creationId xmlns:a16="http://schemas.microsoft.com/office/drawing/2014/main" id="{4286E73D-106D-9DC7-BA82-8E208AB2F428}"/>
              </a:ext>
            </a:extLst>
          </p:cNvPr>
          <p:cNvSpPr txBox="1"/>
          <p:nvPr/>
        </p:nvSpPr>
        <p:spPr>
          <a:xfrm>
            <a:off x="9271000" y="4699000"/>
            <a:ext cx="13716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selective triage</a:t>
            </a:r>
            <a:endParaRPr lang="zh-CN" altLang="en-US" sz="710">
              <a:solidFill>
                <a:srgbClr val="4A5B78"/>
              </a:solidFill>
              <a:latin typeface="Aptos" panose="020B0004020202020204" pitchFamily="34" charset="0"/>
            </a:endParaRPr>
          </a:p>
        </p:txBody>
      </p:sp>
      <p:sp>
        <p:nvSpPr>
          <p:cNvPr id="44" name="own">
            <a:extLst>
              <a:ext uri="{FF2B5EF4-FFF2-40B4-BE49-F238E27FC236}">
                <a16:creationId xmlns:a16="http://schemas.microsoft.com/office/drawing/2014/main" id="{ECA5AF00-DB1A-11CE-95B1-958064A5BC30}"/>
              </a:ext>
            </a:extLst>
          </p:cNvPr>
          <p:cNvSpPr/>
          <p:nvPr/>
        </p:nvSpPr>
        <p:spPr>
          <a:xfrm>
            <a:off x="1498600" y="5461000"/>
            <a:ext cx="91948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own-t">
            <a:extLst>
              <a:ext uri="{FF2B5EF4-FFF2-40B4-BE49-F238E27FC236}">
                <a16:creationId xmlns:a16="http://schemas.microsoft.com/office/drawing/2014/main" id="{A8BC568E-A7FF-0199-C8BC-29374CD7DAAD}"/>
              </a:ext>
            </a:extLst>
          </p:cNvPr>
          <p:cNvSpPr txBox="1"/>
          <p:nvPr/>
        </p:nvSpPr>
        <p:spPr>
          <a:xfrm>
            <a:off x="1905000" y="5588000"/>
            <a:ext cx="83566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The submitted FYP implementation and dissertation artifact are my individual work; future writing collaborations are planned separately.</a:t>
            </a:r>
            <a:endParaRPr lang="zh-CN" altLang="en-US" sz="780" b="1">
              <a:solidFill>
                <a:srgbClr val="071A3D"/>
              </a:solidFill>
              <a:latin typeface="Aptos" panose="020B0004020202020204" pitchFamily="34" charset="0"/>
            </a:endParaRPr>
          </a:p>
        </p:txBody>
      </p:sp>
      <p:sp>
        <p:nvSpPr>
          <p:cNvPr id="46" name="footer-hit-12">
            <a:hlinkClick r:id="rId4"/>
            <a:extLst>
              <a:ext uri="{FF2B5EF4-FFF2-40B4-BE49-F238E27FC236}">
                <a16:creationId xmlns:a16="http://schemas.microsoft.com/office/drawing/2014/main" id="{DE03527D-451F-A274-17E9-66B4E8318E9E}"/>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3069168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160"/>
                                        <p:tgtEl>
                                          <p:spTgt spid="34"/>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160"/>
                                        <p:tgtEl>
                                          <p:spTgt spid="35"/>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160"/>
                                        <p:tgtEl>
                                          <p:spTgt spid="36"/>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160"/>
                                        <p:tgtEl>
                                          <p:spTgt spid="37"/>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160"/>
                                        <p:tgtEl>
                                          <p:spTgt spid="38"/>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160"/>
                                        <p:tgtEl>
                                          <p:spTgt spid="39"/>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160"/>
                                        <p:tgtEl>
                                          <p:spTgt spid="40"/>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160"/>
                                        <p:tgtEl>
                                          <p:spTgt spid="41"/>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160"/>
                                        <p:tgtEl>
                                          <p:spTgt spid="42"/>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160"/>
                                        <p:tgtEl>
                                          <p:spTgt spid="43"/>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160"/>
                                        <p:tgtEl>
                                          <p:spTgt spid="44"/>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16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3" grpId="0"/>
      <p:bldP spid="24" grpId="0" animBg="1"/>
      <p:bldP spid="25" grpId="0" animBg="1"/>
      <p:bldP spid="26" grpId="0"/>
      <p:bldP spid="27" grpId="0"/>
      <p:bldP spid="28" grpId="0"/>
      <p:bldP spid="29" grpId="0" animBg="1"/>
      <p:bldP spid="30" grpId="0" animBg="1"/>
      <p:bldP spid="31" grpId="0"/>
      <p:bldP spid="32" grpId="0"/>
      <p:bldP spid="33" grpId="0"/>
      <p:bldP spid="34" grpId="0" animBg="1"/>
      <p:bldP spid="35" grpId="0" animBg="1"/>
      <p:bldP spid="36" grpId="0"/>
      <p:bldP spid="37" grpId="0"/>
      <p:bldP spid="38" grpId="0"/>
      <p:bldP spid="39" grpId="0" animBg="1"/>
      <p:bldP spid="40" grpId="0" animBg="1"/>
      <p:bldP spid="41" grpId="0"/>
      <p:bldP spid="42" grpId="0"/>
      <p:bldP spid="43" grpId="0"/>
      <p:bldP spid="44" grpId="0" animBg="1"/>
      <p:bldP spid="4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55E8AB7F-2F58-3F05-694F-52E67486FA35}"/>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3215BE5A-5E5F-FC25-4EFF-ED00EDCA351E}"/>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B518AB73-B5D2-01F3-8BEA-0BABAAB3A1FA}"/>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D71E16EE-01DF-D54B-B58F-9D6CCAC728F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thanks">
            <a:extLst>
              <a:ext uri="{FF2B5EF4-FFF2-40B4-BE49-F238E27FC236}">
                <a16:creationId xmlns:a16="http://schemas.microsoft.com/office/drawing/2014/main" id="{07B3612B-D866-AFE1-6C6B-EEED9C47EA7F}"/>
              </a:ext>
            </a:extLst>
          </p:cNvPr>
          <p:cNvSpPr txBox="1"/>
          <p:nvPr/>
        </p:nvSpPr>
        <p:spPr>
          <a:xfrm>
            <a:off x="5003800" y="1422400"/>
            <a:ext cx="482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Thank you</a:t>
            </a:r>
            <a:endParaRPr lang="zh-CN" altLang="en-US" sz="4600" b="1">
              <a:solidFill>
                <a:srgbClr val="FFFFFF"/>
              </a:solidFill>
              <a:latin typeface="Aptos" panose="020B0004020202020204" pitchFamily="34" charset="0"/>
            </a:endParaRPr>
          </a:p>
        </p:txBody>
      </p:sp>
      <p:sp>
        <p:nvSpPr>
          <p:cNvPr id="8" name="q">
            <a:extLst>
              <a:ext uri="{FF2B5EF4-FFF2-40B4-BE49-F238E27FC236}">
                <a16:creationId xmlns:a16="http://schemas.microsoft.com/office/drawing/2014/main" id="{59692C14-4788-5DC6-84BC-A964E1963C5D}"/>
              </a:ext>
            </a:extLst>
          </p:cNvPr>
          <p:cNvSpPr txBox="1"/>
          <p:nvPr/>
        </p:nvSpPr>
        <p:spPr>
          <a:xfrm>
            <a:off x="5054600" y="2387600"/>
            <a:ext cx="2794000" cy="276999"/>
          </a:xfrm>
          <a:prstGeom prst="rect">
            <a:avLst/>
          </a:prstGeom>
          <a:noFill/>
        </p:spPr>
        <p:txBody>
          <a:bodyPr vert="horz" wrap="square" lIns="0" tIns="0" rIns="0" bIns="0" rtlCol="0">
            <a:noAutofit/>
          </a:bodyPr>
          <a:lstStyle/>
          <a:p>
            <a:r>
              <a:rPr lang="en-US" altLang="zh-CN" sz="2200" b="1">
                <a:solidFill>
                  <a:srgbClr val="DCEBFC"/>
                </a:solidFill>
                <a:latin typeface="Aptos" panose="020B0004020202020204" pitchFamily="34" charset="0"/>
              </a:rPr>
              <a:t>Questions?</a:t>
            </a:r>
            <a:endParaRPr lang="zh-CN" altLang="en-US" sz="2200" b="1">
              <a:solidFill>
                <a:srgbClr val="DCEBFC"/>
              </a:solidFill>
              <a:latin typeface="Aptos" panose="020B0004020202020204" pitchFamily="34" charset="0"/>
            </a:endParaRPr>
          </a:p>
        </p:txBody>
      </p:sp>
      <p:cxnSp>
        <p:nvCxnSpPr>
          <p:cNvPr id="9" name="qrule">
            <a:extLst>
              <a:ext uri="{FF2B5EF4-FFF2-40B4-BE49-F238E27FC236}">
                <a16:creationId xmlns:a16="http://schemas.microsoft.com/office/drawing/2014/main" id="{85D5807D-6854-0D99-4A63-8D636FD4E699}"/>
              </a:ext>
            </a:extLst>
          </p:cNvPr>
          <p:cNvCxnSpPr/>
          <p:nvPr/>
        </p:nvCxnSpPr>
        <p:spPr>
          <a:xfrm>
            <a:off x="5054600" y="3149600"/>
            <a:ext cx="49784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0" name="anchor1">
            <a:extLst>
              <a:ext uri="{FF2B5EF4-FFF2-40B4-BE49-F238E27FC236}">
                <a16:creationId xmlns:a16="http://schemas.microsoft.com/office/drawing/2014/main" id="{C25FC6F9-5DE7-6CBB-9774-B8075F94A7B8}"/>
              </a:ext>
            </a:extLst>
          </p:cNvPr>
          <p:cNvSpPr txBox="1"/>
          <p:nvPr/>
        </p:nvSpPr>
        <p:spPr>
          <a:xfrm>
            <a:off x="5054600" y="36322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1. Contribution: evidence contract for code watermarking</a:t>
            </a:r>
            <a:endParaRPr lang="zh-CN" altLang="en-US" sz="1050" b="1">
              <a:solidFill>
                <a:srgbClr val="FFFFFF"/>
              </a:solidFill>
              <a:latin typeface="Aptos" panose="020B0004020202020204" pitchFamily="34" charset="0"/>
            </a:endParaRPr>
          </a:p>
        </p:txBody>
      </p:sp>
      <p:sp>
        <p:nvSpPr>
          <p:cNvPr id="11" name="anchor2">
            <a:extLst>
              <a:ext uri="{FF2B5EF4-FFF2-40B4-BE49-F238E27FC236}">
                <a16:creationId xmlns:a16="http://schemas.microsoft.com/office/drawing/2014/main" id="{DBC88B95-30E3-E757-C4AD-C507E568BA24}"/>
              </a:ext>
            </a:extLst>
          </p:cNvPr>
          <p:cNvSpPr txBox="1"/>
          <p:nvPr/>
        </p:nvSpPr>
        <p:spPr>
          <a:xfrm>
            <a:off x="5054600" y="40640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2. Evaluation: denominator + controls + boundary</a:t>
            </a:r>
            <a:endParaRPr lang="zh-CN" altLang="en-US" sz="1050" b="1">
              <a:solidFill>
                <a:srgbClr val="FFFFFF"/>
              </a:solidFill>
              <a:latin typeface="Aptos" panose="020B0004020202020204" pitchFamily="34" charset="0"/>
            </a:endParaRPr>
          </a:p>
        </p:txBody>
      </p:sp>
      <p:sp>
        <p:nvSpPr>
          <p:cNvPr id="12" name="anchor3">
            <a:extLst>
              <a:ext uri="{FF2B5EF4-FFF2-40B4-BE49-F238E27FC236}">
                <a16:creationId xmlns:a16="http://schemas.microsoft.com/office/drawing/2014/main" id="{9B3F720F-FA3B-7DFB-0BCC-512C510FA123}"/>
              </a:ext>
            </a:extLst>
          </p:cNvPr>
          <p:cNvSpPr txBox="1"/>
          <p:nvPr/>
        </p:nvSpPr>
        <p:spPr>
          <a:xfrm>
            <a:off x="5054600" y="44958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3. Demo: inspectable repository, not a full rerun</a:t>
            </a:r>
            <a:endParaRPr lang="zh-CN" altLang="en-US" sz="1050" b="1">
              <a:solidFill>
                <a:srgbClr val="FFFFFF"/>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919A44D7-00B9-70B9-C09F-3211DC49EDD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39800" y="1320800"/>
            <a:ext cx="1320800" cy="1320800"/>
          </a:xfrm>
          <a:prstGeom prst="rect">
            <a:avLst/>
          </a:prstGeom>
        </p:spPr>
      </p:pic>
      <p:sp>
        <p:nvSpPr>
          <p:cNvPr id="15" name="qrlab">
            <a:extLst>
              <a:ext uri="{FF2B5EF4-FFF2-40B4-BE49-F238E27FC236}">
                <a16:creationId xmlns:a16="http://schemas.microsoft.com/office/drawing/2014/main" id="{63A7C1A9-5507-F738-CD2D-0D4D3F1BA019}"/>
              </a:ext>
            </a:extLst>
          </p:cNvPr>
          <p:cNvSpPr txBox="1"/>
          <p:nvPr/>
        </p:nvSpPr>
        <p:spPr>
          <a:xfrm>
            <a:off x="939800" y="2895600"/>
            <a:ext cx="22352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Project page and repository</a:t>
            </a:r>
            <a:endParaRPr lang="zh-CN" altLang="en-US" sz="820" b="1">
              <a:solidFill>
                <a:srgbClr val="FFFFFF"/>
              </a:solidFill>
              <a:latin typeface="Aptos" panose="020B0004020202020204" pitchFamily="34" charset="0"/>
            </a:endParaRPr>
          </a:p>
        </p:txBody>
      </p:sp>
      <p:sp>
        <p:nvSpPr>
          <p:cNvPr id="16" name="close-page">
            <a:hlinkClick r:id="rId4"/>
            <a:extLst>
              <a:ext uri="{FF2B5EF4-FFF2-40B4-BE49-F238E27FC236}">
                <a16:creationId xmlns:a16="http://schemas.microsoft.com/office/drawing/2014/main" id="{4B85D0F2-EA18-2F0C-30D2-BAC504B38EDE}"/>
              </a:ext>
            </a:extLst>
          </p:cNvPr>
          <p:cNvSpPr/>
          <p:nvPr/>
        </p:nvSpPr>
        <p:spPr>
          <a:xfrm>
            <a:off x="939800" y="3352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7" name="close-repo">
            <a:hlinkClick r:id="rId6"/>
            <a:extLst>
              <a:ext uri="{FF2B5EF4-FFF2-40B4-BE49-F238E27FC236}">
                <a16:creationId xmlns:a16="http://schemas.microsoft.com/office/drawing/2014/main" id="{2AAF2609-2EBE-C9F2-43D4-00F71015E5F6}"/>
              </a:ext>
            </a:extLst>
          </p:cNvPr>
          <p:cNvSpPr/>
          <p:nvPr/>
        </p:nvSpPr>
        <p:spPr>
          <a:xfrm>
            <a:off x="2184400" y="33528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8" name="footer-hit-13">
            <a:hlinkClick r:id="rId4"/>
            <a:extLst>
              <a:ext uri="{FF2B5EF4-FFF2-40B4-BE49-F238E27FC236}">
                <a16:creationId xmlns:a16="http://schemas.microsoft.com/office/drawing/2014/main" id="{4FC6B538-D22F-CECF-BF91-A088AC58F52B}"/>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8108568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723807C-A34E-3B1B-0B62-157569CC45BD}"/>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386959ED-C711-E526-9732-3C492F50E16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E4E0C4C-A893-8D98-581B-AFD6BC1303C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72F025D8-329C-1DAB-0742-92D2BE66365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CD7BE4B3-267B-11B8-1503-32A156E4E57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BC4EF70-CF18-E09D-793E-8AE21D56E8F0}"/>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888D0118-5903-0D28-ED24-C566B068DDB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A0FCCE0-0C2A-FB37-5BD3-DD9D4AFF3DF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06E82232-3F14-88C6-1BBB-A63670C9C248}"/>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Formula and boundary reference.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0BB4EA16-E920-CE13-CF9B-96070AFE51A0}"/>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only if the examiner asks about notation or statistical reading.</a:t>
            </a:r>
            <a:endParaRPr lang="zh-CN" altLang="en-US" sz="930">
              <a:solidFill>
                <a:srgbClr val="4A5B78"/>
              </a:solidFill>
              <a:latin typeface="Aptos" panose="020B0004020202020204" pitchFamily="34" charset="0"/>
            </a:endParaRPr>
          </a:p>
        </p:txBody>
      </p:sp>
      <p:sp>
        <p:nvSpPr>
          <p:cNvPr id="13" name="f1">
            <a:extLst>
              <a:ext uri="{FF2B5EF4-FFF2-40B4-BE49-F238E27FC236}">
                <a16:creationId xmlns:a16="http://schemas.microsoft.com/office/drawing/2014/main" id="{7D6D7E5E-ADE6-B90F-8A44-1724E8546C59}"/>
              </a:ext>
            </a:extLst>
          </p:cNvPr>
          <p:cNvSpPr/>
          <p:nvPr/>
        </p:nvSpPr>
        <p:spPr>
          <a:xfrm>
            <a:off x="965200" y="1828800"/>
            <a:ext cx="4572000" cy="1320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1t">
            <a:extLst>
              <a:ext uri="{FF2B5EF4-FFF2-40B4-BE49-F238E27FC236}">
                <a16:creationId xmlns:a16="http://schemas.microsoft.com/office/drawing/2014/main" id="{F521FDFE-50AD-AB8E-4796-61C0270F099A}"/>
              </a:ext>
            </a:extLst>
          </p:cNvPr>
          <p:cNvSpPr txBox="1"/>
          <p:nvPr/>
        </p:nvSpPr>
        <p:spPr>
          <a:xfrm>
            <a:off x="1397000" y="2298700"/>
            <a:ext cx="3708400" cy="276999"/>
          </a:xfrm>
          <a:prstGeom prst="rect">
            <a:avLst/>
          </a:prstGeom>
          <a:noFill/>
        </p:spPr>
        <p:txBody>
          <a:bodyPr vert="horz" wrap="square" lIns="0" tIns="0" rIns="0" bIns="0" rtlCol="0">
            <a:noAutofit/>
          </a:bodyPr>
          <a:lstStyle/>
          <a:p>
            <a:r>
              <a:rPr lang="pt-BR" altLang="zh-CN" sz="2100" b="1">
                <a:solidFill>
                  <a:srgbClr val="FFFFFF"/>
                </a:solidFill>
                <a:latin typeface="Consolas" panose="020B0609020204030204" pitchFamily="49" charset="0"/>
              </a:rPr>
              <a:t>E = &lt;D, C, A, H, B&gt;</a:t>
            </a:r>
            <a:endParaRPr lang="zh-CN" altLang="en-US" sz="2100" b="1">
              <a:solidFill>
                <a:srgbClr val="FFFFFF"/>
              </a:solidFill>
              <a:latin typeface="Consolas" panose="020B0609020204030204" pitchFamily="49" charset="0"/>
            </a:endParaRPr>
          </a:p>
        </p:txBody>
      </p:sp>
      <p:sp>
        <p:nvSpPr>
          <p:cNvPr id="15" name="f2">
            <a:extLst>
              <a:ext uri="{FF2B5EF4-FFF2-40B4-BE49-F238E27FC236}">
                <a16:creationId xmlns:a16="http://schemas.microsoft.com/office/drawing/2014/main" id="{81CF8227-2DBB-6AE0-A341-893D527C99FD}"/>
              </a:ext>
            </a:extLst>
          </p:cNvPr>
          <p:cNvSpPr/>
          <p:nvPr/>
        </p:nvSpPr>
        <p:spPr>
          <a:xfrm>
            <a:off x="6350000" y="1828800"/>
            <a:ext cx="4572000" cy="13208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f2t">
            <a:extLst>
              <a:ext uri="{FF2B5EF4-FFF2-40B4-BE49-F238E27FC236}">
                <a16:creationId xmlns:a16="http://schemas.microsoft.com/office/drawing/2014/main" id="{B3694BB2-B6E5-BB08-12D3-9DFE826964CE}"/>
              </a:ext>
            </a:extLst>
          </p:cNvPr>
          <p:cNvSpPr txBox="1"/>
          <p:nvPr/>
        </p:nvSpPr>
        <p:spPr>
          <a:xfrm>
            <a:off x="6756400" y="2247900"/>
            <a:ext cx="3632200" cy="276999"/>
          </a:xfrm>
          <a:prstGeom prst="rect">
            <a:avLst/>
          </a:prstGeom>
          <a:noFill/>
        </p:spPr>
        <p:txBody>
          <a:bodyPr vert="horz" wrap="square" lIns="0" tIns="0" rIns="0" bIns="0" rtlCol="0">
            <a:noAutofit/>
          </a:bodyPr>
          <a:lstStyle/>
          <a:p>
            <a:r>
              <a:rPr lang="en-US" altLang="zh-CN" sz="1380" b="1">
                <a:solidFill>
                  <a:srgbClr val="071A3D"/>
                </a:solidFill>
                <a:latin typeface="Consolas" panose="020B0609020204030204" pitchFamily="49" charset="0"/>
              </a:rPr>
              <a:t>claim := f(E, controls,
           access, boundary)</a:t>
            </a:r>
            <a:endParaRPr lang="zh-CN" altLang="en-US" sz="1380" b="1">
              <a:solidFill>
                <a:srgbClr val="071A3D"/>
              </a:solidFill>
              <a:latin typeface="Consolas" panose="020B0609020204030204" pitchFamily="49" charset="0"/>
            </a:endParaRPr>
          </a:p>
        </p:txBody>
      </p:sp>
      <p:sp>
        <p:nvSpPr>
          <p:cNvPr id="17" name="it-0">
            <a:extLst>
              <a:ext uri="{FF2B5EF4-FFF2-40B4-BE49-F238E27FC236}">
                <a16:creationId xmlns:a16="http://schemas.microsoft.com/office/drawing/2014/main" id="{B2C2B616-7660-AD09-1609-5E72F4EFBA4B}"/>
              </a:ext>
            </a:extLst>
          </p:cNvPr>
          <p:cNvSpPr txBox="1"/>
          <p:nvPr/>
        </p:nvSpPr>
        <p:spPr>
          <a:xfrm>
            <a:off x="1955800" y="36322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D</a:t>
            </a:r>
            <a:endParaRPr lang="zh-CN" altLang="en-US" sz="900" b="1">
              <a:solidFill>
                <a:srgbClr val="003B7A"/>
              </a:solidFill>
              <a:latin typeface="Consolas" panose="020B0609020204030204" pitchFamily="49" charset="0"/>
            </a:endParaRPr>
          </a:p>
        </p:txBody>
      </p:sp>
      <p:sp>
        <p:nvSpPr>
          <p:cNvPr id="18" name="it2-0">
            <a:extLst>
              <a:ext uri="{FF2B5EF4-FFF2-40B4-BE49-F238E27FC236}">
                <a16:creationId xmlns:a16="http://schemas.microsoft.com/office/drawing/2014/main" id="{3D703E32-E95C-4181-8F1B-D58D18ED32E0}"/>
              </a:ext>
            </a:extLst>
          </p:cNvPr>
          <p:cNvSpPr txBox="1"/>
          <p:nvPr/>
        </p:nvSpPr>
        <p:spPr>
          <a:xfrm>
            <a:off x="2514600" y="36322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denominator fixed before results</a:t>
            </a:r>
            <a:endParaRPr lang="zh-CN" altLang="en-US" sz="820">
              <a:solidFill>
                <a:srgbClr val="071A3D"/>
              </a:solidFill>
              <a:latin typeface="Aptos" panose="020B0004020202020204" pitchFamily="34" charset="0"/>
            </a:endParaRPr>
          </a:p>
        </p:txBody>
      </p:sp>
      <p:sp>
        <p:nvSpPr>
          <p:cNvPr id="19" name="it-1">
            <a:extLst>
              <a:ext uri="{FF2B5EF4-FFF2-40B4-BE49-F238E27FC236}">
                <a16:creationId xmlns:a16="http://schemas.microsoft.com/office/drawing/2014/main" id="{D446D0E9-7DBF-E0C9-4AC3-9D4FDB1D4E02}"/>
              </a:ext>
            </a:extLst>
          </p:cNvPr>
          <p:cNvSpPr txBox="1"/>
          <p:nvPr/>
        </p:nvSpPr>
        <p:spPr>
          <a:xfrm>
            <a:off x="1955800" y="40513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C</a:t>
            </a:r>
            <a:endParaRPr lang="zh-CN" altLang="en-US" sz="900" b="1">
              <a:solidFill>
                <a:srgbClr val="003B7A"/>
              </a:solidFill>
              <a:latin typeface="Consolas" panose="020B0609020204030204" pitchFamily="49" charset="0"/>
            </a:endParaRPr>
          </a:p>
        </p:txBody>
      </p:sp>
      <p:sp>
        <p:nvSpPr>
          <p:cNvPr id="20" name="it2-1">
            <a:extLst>
              <a:ext uri="{FF2B5EF4-FFF2-40B4-BE49-F238E27FC236}">
                <a16:creationId xmlns:a16="http://schemas.microsoft.com/office/drawing/2014/main" id="{1B4D0F1B-B876-85D0-C607-571954A0A783}"/>
              </a:ext>
            </a:extLst>
          </p:cNvPr>
          <p:cNvSpPr txBox="1"/>
          <p:nvPr/>
        </p:nvSpPr>
        <p:spPr>
          <a:xfrm>
            <a:off x="2514600" y="40513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positive and negative controls</a:t>
            </a:r>
            <a:endParaRPr lang="zh-CN" altLang="en-US" sz="820">
              <a:solidFill>
                <a:srgbClr val="071A3D"/>
              </a:solidFill>
              <a:latin typeface="Aptos" panose="020B0004020202020204" pitchFamily="34" charset="0"/>
            </a:endParaRPr>
          </a:p>
        </p:txBody>
      </p:sp>
      <p:sp>
        <p:nvSpPr>
          <p:cNvPr id="21" name="it-2">
            <a:extLst>
              <a:ext uri="{FF2B5EF4-FFF2-40B4-BE49-F238E27FC236}">
                <a16:creationId xmlns:a16="http://schemas.microsoft.com/office/drawing/2014/main" id="{0C4E5273-DA17-A5E2-3160-FAF870D5235B}"/>
              </a:ext>
            </a:extLst>
          </p:cNvPr>
          <p:cNvSpPr txBox="1"/>
          <p:nvPr/>
        </p:nvSpPr>
        <p:spPr>
          <a:xfrm>
            <a:off x="1955800" y="44704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A</a:t>
            </a:r>
            <a:endParaRPr lang="zh-CN" altLang="en-US" sz="900" b="1">
              <a:solidFill>
                <a:srgbClr val="003B7A"/>
              </a:solidFill>
              <a:latin typeface="Consolas" panose="020B0609020204030204" pitchFamily="49" charset="0"/>
            </a:endParaRPr>
          </a:p>
        </p:txBody>
      </p:sp>
      <p:sp>
        <p:nvSpPr>
          <p:cNvPr id="22" name="it2-2">
            <a:extLst>
              <a:ext uri="{FF2B5EF4-FFF2-40B4-BE49-F238E27FC236}">
                <a16:creationId xmlns:a16="http://schemas.microsoft.com/office/drawing/2014/main" id="{DBB581A5-8564-080F-5E08-DDA80875227A}"/>
              </a:ext>
            </a:extLst>
          </p:cNvPr>
          <p:cNvSpPr txBox="1"/>
          <p:nvPr/>
        </p:nvSpPr>
        <p:spPr>
          <a:xfrm>
            <a:off x="2514600" y="44704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artifact, model access, and protocol</a:t>
            </a:r>
            <a:endParaRPr lang="zh-CN" altLang="en-US" sz="820">
              <a:solidFill>
                <a:srgbClr val="071A3D"/>
              </a:solidFill>
              <a:latin typeface="Aptos" panose="020B0004020202020204" pitchFamily="34" charset="0"/>
            </a:endParaRPr>
          </a:p>
        </p:txBody>
      </p:sp>
      <p:sp>
        <p:nvSpPr>
          <p:cNvPr id="23" name="it-3">
            <a:extLst>
              <a:ext uri="{FF2B5EF4-FFF2-40B4-BE49-F238E27FC236}">
                <a16:creationId xmlns:a16="http://schemas.microsoft.com/office/drawing/2014/main" id="{EDF16FE9-45AD-8612-BEE7-12641A8550DF}"/>
              </a:ext>
            </a:extLst>
          </p:cNvPr>
          <p:cNvSpPr txBox="1"/>
          <p:nvPr/>
        </p:nvSpPr>
        <p:spPr>
          <a:xfrm>
            <a:off x="1955800" y="48895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H</a:t>
            </a:r>
            <a:endParaRPr lang="zh-CN" altLang="en-US" sz="900" b="1">
              <a:solidFill>
                <a:srgbClr val="003B7A"/>
              </a:solidFill>
              <a:latin typeface="Consolas" panose="020B0609020204030204" pitchFamily="49" charset="0"/>
            </a:endParaRPr>
          </a:p>
        </p:txBody>
      </p:sp>
      <p:sp>
        <p:nvSpPr>
          <p:cNvPr id="24" name="it2-3">
            <a:extLst>
              <a:ext uri="{FF2B5EF4-FFF2-40B4-BE49-F238E27FC236}">
                <a16:creationId xmlns:a16="http://schemas.microsoft.com/office/drawing/2014/main" id="{E497F810-E791-A591-0D4E-22A3ED9BD6B9}"/>
              </a:ext>
            </a:extLst>
          </p:cNvPr>
          <p:cNvSpPr txBox="1"/>
          <p:nvPr/>
        </p:nvSpPr>
        <p:spPr>
          <a:xfrm>
            <a:off x="2514600" y="48895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hash or integrity identifier</a:t>
            </a:r>
            <a:endParaRPr lang="zh-CN" altLang="en-US" sz="820">
              <a:solidFill>
                <a:srgbClr val="071A3D"/>
              </a:solidFill>
              <a:latin typeface="Aptos" panose="020B0004020202020204" pitchFamily="34" charset="0"/>
            </a:endParaRPr>
          </a:p>
        </p:txBody>
      </p:sp>
      <p:sp>
        <p:nvSpPr>
          <p:cNvPr id="25" name="it-4">
            <a:extLst>
              <a:ext uri="{FF2B5EF4-FFF2-40B4-BE49-F238E27FC236}">
                <a16:creationId xmlns:a16="http://schemas.microsoft.com/office/drawing/2014/main" id="{71CC1476-E881-EAD1-4292-D07CA790306D}"/>
              </a:ext>
            </a:extLst>
          </p:cNvPr>
          <p:cNvSpPr txBox="1"/>
          <p:nvPr/>
        </p:nvSpPr>
        <p:spPr>
          <a:xfrm>
            <a:off x="1955800" y="53086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B</a:t>
            </a:r>
            <a:endParaRPr lang="zh-CN" altLang="en-US" sz="900" b="1">
              <a:solidFill>
                <a:srgbClr val="003B7A"/>
              </a:solidFill>
              <a:latin typeface="Consolas" panose="020B0609020204030204" pitchFamily="49" charset="0"/>
            </a:endParaRPr>
          </a:p>
        </p:txBody>
      </p:sp>
      <p:sp>
        <p:nvSpPr>
          <p:cNvPr id="26" name="it2-4">
            <a:extLst>
              <a:ext uri="{FF2B5EF4-FFF2-40B4-BE49-F238E27FC236}">
                <a16:creationId xmlns:a16="http://schemas.microsoft.com/office/drawing/2014/main" id="{3730F48F-BA8C-CC2B-5888-A624F44204B6}"/>
              </a:ext>
            </a:extLst>
          </p:cNvPr>
          <p:cNvSpPr txBox="1"/>
          <p:nvPr/>
        </p:nvSpPr>
        <p:spPr>
          <a:xfrm>
            <a:off x="2514600" y="53086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allowed and forbidden interpretation</a:t>
            </a:r>
            <a:endParaRPr lang="zh-CN" altLang="en-US" sz="820">
              <a:solidFill>
                <a:srgbClr val="071A3D"/>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522092B9-B859-811B-69EA-EB4BE4FA3D1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2947181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60"/>
                                        <p:tgtEl>
                                          <p:spTgt spid="7"/>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4" grpId="0"/>
      <p:bldP spid="15" grpId="0" animBg="1"/>
      <p:bldP spid="16" grpId="0"/>
      <p:bldP spid="17" grpId="0"/>
      <p:bldP spid="18" grpId="0"/>
      <p:bldP spid="19" grpId="0"/>
      <p:bldP spid="20" grpId="0"/>
      <p:bldP spid="21" grpId="0"/>
      <p:bldP spid="22" grpId="0"/>
      <p:bldP spid="23" grpId="0"/>
      <p:bldP spid="24" grpId="0"/>
      <p:bldP spid="25" grpId="0"/>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200E25C-6E2B-E981-62A7-333C294B593D}"/>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5495317-4BFE-5416-1B97-EAC4BFBBDC8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AE04ED6-B67B-E5E9-C899-F5277BECCA97}"/>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350C9F49-8FC0-419A-95ED-EDCD358D024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57A9D6A-8187-D4EB-2573-6F87F938DFD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835D816-A2DB-334C-E859-5B002A90DA1D}"/>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84876480-8AE6-4C8B-524E-FE6B91BF633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A3D40AF-7882-329C-CF19-6D122692CB3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324DEB4D-70C3-C184-B184-7461D2679B6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Likely viva questions: short answers.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E90D22A-F1FA-33A3-4AAA-33C01669665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Answer directly first, then add the evidence boundary.</a:t>
            </a:r>
            <a:endParaRPr lang="zh-CN" altLang="en-US" sz="930">
              <a:solidFill>
                <a:srgbClr val="4A5B78"/>
              </a:solidFill>
              <a:latin typeface="Aptos" panose="020B0004020202020204" pitchFamily="34" charset="0"/>
            </a:endParaRPr>
          </a:p>
        </p:txBody>
      </p:sp>
      <p:sp>
        <p:nvSpPr>
          <p:cNvPr id="13" name="qa-0">
            <a:extLst>
              <a:ext uri="{FF2B5EF4-FFF2-40B4-BE49-F238E27FC236}">
                <a16:creationId xmlns:a16="http://schemas.microsoft.com/office/drawing/2014/main" id="{EB175AEF-068C-BCE7-450D-B83DD3BAFF04}"/>
              </a:ext>
            </a:extLst>
          </p:cNvPr>
          <p:cNvSpPr/>
          <p:nvPr/>
        </p:nvSpPr>
        <p:spPr>
          <a:xfrm>
            <a:off x="990600" y="17526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a-band-0">
            <a:extLst>
              <a:ext uri="{FF2B5EF4-FFF2-40B4-BE49-F238E27FC236}">
                <a16:creationId xmlns:a16="http://schemas.microsoft.com/office/drawing/2014/main" id="{297C9DF3-7E7A-45AF-54BE-EECE49FE57B4}"/>
              </a:ext>
            </a:extLst>
          </p:cNvPr>
          <p:cNvSpPr/>
          <p:nvPr/>
        </p:nvSpPr>
        <p:spPr>
          <a:xfrm>
            <a:off x="990600" y="17526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q-0">
            <a:extLst>
              <a:ext uri="{FF2B5EF4-FFF2-40B4-BE49-F238E27FC236}">
                <a16:creationId xmlns:a16="http://schemas.microsoft.com/office/drawing/2014/main" id="{52D97B84-1B29-C99A-AF65-8195A73A423A}"/>
              </a:ext>
            </a:extLst>
          </p:cNvPr>
          <p:cNvSpPr txBox="1"/>
          <p:nvPr/>
        </p:nvSpPr>
        <p:spPr>
          <a:xfrm>
            <a:off x="1320800" y="19050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Why not one detector score?</a:t>
            </a:r>
            <a:endParaRPr lang="zh-CN" altLang="en-US" sz="880" b="1">
              <a:solidFill>
                <a:srgbClr val="003B7A"/>
              </a:solidFill>
              <a:latin typeface="Aptos" panose="020B0004020202020204" pitchFamily="34" charset="0"/>
            </a:endParaRPr>
          </a:p>
        </p:txBody>
      </p:sp>
      <p:sp>
        <p:nvSpPr>
          <p:cNvPr id="16" name="a-0">
            <a:extLst>
              <a:ext uri="{FF2B5EF4-FFF2-40B4-BE49-F238E27FC236}">
                <a16:creationId xmlns:a16="http://schemas.microsoft.com/office/drawing/2014/main" id="{207C0056-A91E-7F86-10C2-46B91583DEF4}"/>
              </a:ext>
            </a:extLst>
          </p:cNvPr>
          <p:cNvSpPr txBox="1"/>
          <p:nvPr/>
        </p:nvSpPr>
        <p:spPr>
          <a:xfrm>
            <a:off x="5029200" y="19050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Because different access models require different evidence objects.</a:t>
            </a:r>
            <a:endParaRPr lang="zh-CN" altLang="en-US" sz="820">
              <a:solidFill>
                <a:srgbClr val="071A3D"/>
              </a:solidFill>
              <a:latin typeface="Aptos" panose="020B0004020202020204" pitchFamily="34" charset="0"/>
            </a:endParaRPr>
          </a:p>
        </p:txBody>
      </p:sp>
      <p:sp>
        <p:nvSpPr>
          <p:cNvPr id="17" name="qa-1">
            <a:extLst>
              <a:ext uri="{FF2B5EF4-FFF2-40B4-BE49-F238E27FC236}">
                <a16:creationId xmlns:a16="http://schemas.microsoft.com/office/drawing/2014/main" id="{B467596F-6BA1-B889-393A-4B8913D03759}"/>
              </a:ext>
            </a:extLst>
          </p:cNvPr>
          <p:cNvSpPr/>
          <p:nvPr/>
        </p:nvSpPr>
        <p:spPr>
          <a:xfrm>
            <a:off x="990600" y="25019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qa-band-1">
            <a:extLst>
              <a:ext uri="{FF2B5EF4-FFF2-40B4-BE49-F238E27FC236}">
                <a16:creationId xmlns:a16="http://schemas.microsoft.com/office/drawing/2014/main" id="{E19F89B6-0D43-C529-D764-23516C95BB0B}"/>
              </a:ext>
            </a:extLst>
          </p:cNvPr>
          <p:cNvSpPr/>
          <p:nvPr/>
        </p:nvSpPr>
        <p:spPr>
          <a:xfrm>
            <a:off x="990600" y="25019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q-1">
            <a:extLst>
              <a:ext uri="{FF2B5EF4-FFF2-40B4-BE49-F238E27FC236}">
                <a16:creationId xmlns:a16="http://schemas.microsoft.com/office/drawing/2014/main" id="{34BFBC8C-7AEB-8A15-837D-33D1E85A2412}"/>
              </a:ext>
            </a:extLst>
          </p:cNvPr>
          <p:cNvSpPr txBox="1"/>
          <p:nvPr/>
        </p:nvSpPr>
        <p:spPr>
          <a:xfrm>
            <a:off x="1320800" y="26543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Does CodeDye prove contamination?</a:t>
            </a:r>
            <a:endParaRPr lang="zh-CN" altLang="en-US" sz="880" b="1">
              <a:solidFill>
                <a:srgbClr val="003B7A"/>
              </a:solidFill>
              <a:latin typeface="Aptos" panose="020B0004020202020204" pitchFamily="34" charset="0"/>
            </a:endParaRPr>
          </a:p>
        </p:txBody>
      </p:sp>
      <p:sp>
        <p:nvSpPr>
          <p:cNvPr id="20" name="a-1">
            <a:extLst>
              <a:ext uri="{FF2B5EF4-FFF2-40B4-BE49-F238E27FC236}">
                <a16:creationId xmlns:a16="http://schemas.microsoft.com/office/drawing/2014/main" id="{A5CBCBCB-F9C7-D59B-7F9B-81E2D8CD592D}"/>
              </a:ext>
            </a:extLst>
          </p:cNvPr>
          <p:cNvSpPr txBox="1"/>
          <p:nvPr/>
        </p:nvSpPr>
        <p:spPr>
          <a:xfrm>
            <a:off x="5029200" y="26543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No. It is a controlled null-audit surface, not an accusation.</a:t>
            </a:r>
            <a:endParaRPr lang="zh-CN" altLang="en-US" sz="820">
              <a:solidFill>
                <a:srgbClr val="071A3D"/>
              </a:solidFill>
              <a:latin typeface="Aptos" panose="020B0004020202020204" pitchFamily="34" charset="0"/>
            </a:endParaRPr>
          </a:p>
        </p:txBody>
      </p:sp>
      <p:sp>
        <p:nvSpPr>
          <p:cNvPr id="21" name="qa-2">
            <a:extLst>
              <a:ext uri="{FF2B5EF4-FFF2-40B4-BE49-F238E27FC236}">
                <a16:creationId xmlns:a16="http://schemas.microsoft.com/office/drawing/2014/main" id="{AD0EDFB0-75D1-3316-DC96-6F6A39B6B6A7}"/>
              </a:ext>
            </a:extLst>
          </p:cNvPr>
          <p:cNvSpPr/>
          <p:nvPr/>
        </p:nvSpPr>
        <p:spPr>
          <a:xfrm>
            <a:off x="990600" y="32512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qa-band-2">
            <a:extLst>
              <a:ext uri="{FF2B5EF4-FFF2-40B4-BE49-F238E27FC236}">
                <a16:creationId xmlns:a16="http://schemas.microsoft.com/office/drawing/2014/main" id="{B9421009-4B53-278B-BC8C-AE48D99B049A}"/>
              </a:ext>
            </a:extLst>
          </p:cNvPr>
          <p:cNvSpPr/>
          <p:nvPr/>
        </p:nvSpPr>
        <p:spPr>
          <a:xfrm>
            <a:off x="990600" y="32512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2">
            <a:extLst>
              <a:ext uri="{FF2B5EF4-FFF2-40B4-BE49-F238E27FC236}">
                <a16:creationId xmlns:a16="http://schemas.microsoft.com/office/drawing/2014/main" id="{836BBEAA-F3E4-9D70-CD46-A62D594B0B5C}"/>
              </a:ext>
            </a:extLst>
          </p:cNvPr>
          <p:cNvSpPr txBox="1"/>
          <p:nvPr/>
        </p:nvSpPr>
        <p:spPr>
          <a:xfrm>
            <a:off x="1320800" y="34036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Is ProbeTrace too perfect?</a:t>
            </a:r>
            <a:endParaRPr lang="zh-CN" altLang="en-US" sz="880" b="1">
              <a:solidFill>
                <a:srgbClr val="003B7A"/>
              </a:solidFill>
              <a:latin typeface="Aptos" panose="020B0004020202020204" pitchFamily="34" charset="0"/>
            </a:endParaRPr>
          </a:p>
        </p:txBody>
      </p:sp>
      <p:sp>
        <p:nvSpPr>
          <p:cNvPr id="24" name="a-2">
            <a:extLst>
              <a:ext uri="{FF2B5EF4-FFF2-40B4-BE49-F238E27FC236}">
                <a16:creationId xmlns:a16="http://schemas.microsoft.com/office/drawing/2014/main" id="{AC714A1F-2021-D089-6FA9-E15BBE4FA95F}"/>
              </a:ext>
            </a:extLst>
          </p:cNvPr>
          <p:cNvSpPr txBox="1"/>
          <p:nvPr/>
        </p:nvSpPr>
        <p:spPr>
          <a:xfrm>
            <a:off x="5029200" y="34036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It is scoped to the evaluated five-owner denominator and controls.</a:t>
            </a:r>
            <a:endParaRPr lang="zh-CN" altLang="en-US" sz="820">
              <a:solidFill>
                <a:srgbClr val="071A3D"/>
              </a:solidFill>
              <a:latin typeface="Aptos" panose="020B0004020202020204" pitchFamily="34" charset="0"/>
            </a:endParaRPr>
          </a:p>
        </p:txBody>
      </p:sp>
      <p:sp>
        <p:nvSpPr>
          <p:cNvPr id="25" name="qa-3">
            <a:extLst>
              <a:ext uri="{FF2B5EF4-FFF2-40B4-BE49-F238E27FC236}">
                <a16:creationId xmlns:a16="http://schemas.microsoft.com/office/drawing/2014/main" id="{01D8EFFA-4B68-26D9-F95D-507371BD12A4}"/>
              </a:ext>
            </a:extLst>
          </p:cNvPr>
          <p:cNvSpPr/>
          <p:nvPr/>
        </p:nvSpPr>
        <p:spPr>
          <a:xfrm>
            <a:off x="990600" y="40005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a-band-3">
            <a:extLst>
              <a:ext uri="{FF2B5EF4-FFF2-40B4-BE49-F238E27FC236}">
                <a16:creationId xmlns:a16="http://schemas.microsoft.com/office/drawing/2014/main" id="{DAF64459-18F1-A40F-A8CE-62D4DD819EFD}"/>
              </a:ext>
            </a:extLst>
          </p:cNvPr>
          <p:cNvSpPr/>
          <p:nvPr/>
        </p:nvSpPr>
        <p:spPr>
          <a:xfrm>
            <a:off x="990600" y="40005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q-3">
            <a:extLst>
              <a:ext uri="{FF2B5EF4-FFF2-40B4-BE49-F238E27FC236}">
                <a16:creationId xmlns:a16="http://schemas.microsoft.com/office/drawing/2014/main" id="{CB03717A-9751-1131-A33A-47D072966B03}"/>
              </a:ext>
            </a:extLst>
          </p:cNvPr>
          <p:cNvSpPr txBox="1"/>
          <p:nvPr/>
        </p:nvSpPr>
        <p:spPr>
          <a:xfrm>
            <a:off x="1320800" y="41529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What does the demo prove?</a:t>
            </a:r>
            <a:endParaRPr lang="zh-CN" altLang="en-US" sz="880" b="1">
              <a:solidFill>
                <a:srgbClr val="003B7A"/>
              </a:solidFill>
              <a:latin typeface="Aptos" panose="020B0004020202020204" pitchFamily="34" charset="0"/>
            </a:endParaRPr>
          </a:p>
        </p:txBody>
      </p:sp>
      <p:sp>
        <p:nvSpPr>
          <p:cNvPr id="28" name="a-3">
            <a:extLst>
              <a:ext uri="{FF2B5EF4-FFF2-40B4-BE49-F238E27FC236}">
                <a16:creationId xmlns:a16="http://schemas.microsoft.com/office/drawing/2014/main" id="{DF703F74-350D-A0A3-A732-FBEFA8AA10FC}"/>
              </a:ext>
            </a:extLst>
          </p:cNvPr>
          <p:cNvSpPr txBox="1"/>
          <p:nvPr/>
        </p:nvSpPr>
        <p:spPr>
          <a:xfrm>
            <a:off x="5029200" y="41529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Repository consistency and inspectability, not a full experimental rerun.</a:t>
            </a:r>
            <a:endParaRPr lang="zh-CN" altLang="en-US" sz="820">
              <a:solidFill>
                <a:srgbClr val="071A3D"/>
              </a:solidFill>
              <a:latin typeface="Aptos" panose="020B0004020202020204" pitchFamily="34" charset="0"/>
            </a:endParaRPr>
          </a:p>
        </p:txBody>
      </p:sp>
      <p:sp>
        <p:nvSpPr>
          <p:cNvPr id="29" name="qa-4">
            <a:extLst>
              <a:ext uri="{FF2B5EF4-FFF2-40B4-BE49-F238E27FC236}">
                <a16:creationId xmlns:a16="http://schemas.microsoft.com/office/drawing/2014/main" id="{108229EE-AD1E-5414-DB8C-2158A9C55582}"/>
              </a:ext>
            </a:extLst>
          </p:cNvPr>
          <p:cNvSpPr/>
          <p:nvPr/>
        </p:nvSpPr>
        <p:spPr>
          <a:xfrm>
            <a:off x="990600" y="47498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a-band-4">
            <a:extLst>
              <a:ext uri="{FF2B5EF4-FFF2-40B4-BE49-F238E27FC236}">
                <a16:creationId xmlns:a16="http://schemas.microsoft.com/office/drawing/2014/main" id="{08F52197-3823-888A-1D9F-C2DDCACCE428}"/>
              </a:ext>
            </a:extLst>
          </p:cNvPr>
          <p:cNvSpPr/>
          <p:nvPr/>
        </p:nvSpPr>
        <p:spPr>
          <a:xfrm>
            <a:off x="990600" y="47498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q-4">
            <a:extLst>
              <a:ext uri="{FF2B5EF4-FFF2-40B4-BE49-F238E27FC236}">
                <a16:creationId xmlns:a16="http://schemas.microsoft.com/office/drawing/2014/main" id="{197D4309-E689-1750-69BE-249CC7E373C6}"/>
              </a:ext>
            </a:extLst>
          </p:cNvPr>
          <p:cNvSpPr txBox="1"/>
          <p:nvPr/>
        </p:nvSpPr>
        <p:spPr>
          <a:xfrm>
            <a:off x="1320800" y="49022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Biggest limitation?</a:t>
            </a:r>
            <a:endParaRPr lang="zh-CN" altLang="en-US" sz="880" b="1">
              <a:solidFill>
                <a:srgbClr val="003B7A"/>
              </a:solidFill>
              <a:latin typeface="Aptos" panose="020B0004020202020204" pitchFamily="34" charset="0"/>
            </a:endParaRPr>
          </a:p>
        </p:txBody>
      </p:sp>
      <p:sp>
        <p:nvSpPr>
          <p:cNvPr id="32" name="a-4">
            <a:extLst>
              <a:ext uri="{FF2B5EF4-FFF2-40B4-BE49-F238E27FC236}">
                <a16:creationId xmlns:a16="http://schemas.microsoft.com/office/drawing/2014/main" id="{76884FF9-6E49-7E63-28C0-1F1662FA8E33}"/>
              </a:ext>
            </a:extLst>
          </p:cNvPr>
          <p:cNvSpPr txBox="1"/>
          <p:nvPr/>
        </p:nvSpPr>
        <p:spPr>
          <a:xfrm>
            <a:off x="5029200" y="49022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Finite denominators; broader claims need new admitted evidence.</a:t>
            </a:r>
            <a:endParaRPr lang="zh-CN" altLang="en-US" sz="820">
              <a:solidFill>
                <a:srgbClr val="071A3D"/>
              </a:solidFill>
              <a:latin typeface="Aptos" panose="020B0004020202020204" pitchFamily="34" charset="0"/>
            </a:endParaRPr>
          </a:p>
        </p:txBody>
      </p:sp>
      <p:sp>
        <p:nvSpPr>
          <p:cNvPr id="33" name="footer-hit-15">
            <a:hlinkClick r:id="rId4"/>
            <a:extLst>
              <a:ext uri="{FF2B5EF4-FFF2-40B4-BE49-F238E27FC236}">
                <a16:creationId xmlns:a16="http://schemas.microsoft.com/office/drawing/2014/main" id="{853A9DDA-692A-A612-3CF3-580F66343E0D}"/>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2831150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4957166-3AF3-17CB-9871-5854475D47D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641FE86-3476-CB3B-E46C-6161C34050E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151FFD1-8971-8DF0-A808-5C057CEC839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E0D91233-C667-8BCB-CD1E-4830798ECE75}"/>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B9B585A-6C5B-ED82-0998-9A8A3D5D2AA8}"/>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6A8E7714-4069-7DC6-7370-EC40CBC15EB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034A3AEB-866B-FB70-077D-3208238C96E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043870A5-79C9-E32B-D88E-1377670AB5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11" name="title">
            <a:extLst>
              <a:ext uri="{FF2B5EF4-FFF2-40B4-BE49-F238E27FC236}">
                <a16:creationId xmlns:a16="http://schemas.microsoft.com/office/drawing/2014/main" id="{5851A865-A6CF-E2EE-4418-B5A82F20AD13}"/>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Demo storyboard and fallback.</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8EF6F0D-47A7-5A09-BC0F-8CD60C2EF137}"/>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live demo fails or the examiner asks what the video shows.</a:t>
            </a:r>
            <a:endParaRPr lang="zh-CN" altLang="en-US" sz="930">
              <a:solidFill>
                <a:srgbClr val="4A5B78"/>
              </a:solidFill>
              <a:latin typeface="Aptos" panose="020B0004020202020204" pitchFamily="34" charset="0"/>
            </a:endParaRPr>
          </a:p>
        </p:txBody>
      </p:sp>
      <p:cxnSp>
        <p:nvCxnSpPr>
          <p:cNvPr id="13" name="demo-spine">
            <a:extLst>
              <a:ext uri="{FF2B5EF4-FFF2-40B4-BE49-F238E27FC236}">
                <a16:creationId xmlns:a16="http://schemas.microsoft.com/office/drawing/2014/main" id="{D1E44768-0C9F-C37F-25A0-438AE6592EE3}"/>
              </a:ext>
            </a:extLst>
          </p:cNvPr>
          <p:cNvCxnSpPr/>
          <p:nvPr/>
        </p:nvCxnSpPr>
        <p:spPr>
          <a:xfrm>
            <a:off x="1752600" y="3632200"/>
            <a:ext cx="8712200" cy="0"/>
          </a:xfrm>
          <a:prstGeom prst="line">
            <a:avLst/>
          </a:prstGeom>
          <a:ln w="25400">
            <a:solidFill>
              <a:srgbClr val="D5E2F0"/>
            </a:solidFill>
          </a:ln>
        </p:spPr>
        <p:style>
          <a:lnRef idx="1">
            <a:schemeClr val="accent1"/>
          </a:lnRef>
          <a:fillRef idx="0">
            <a:schemeClr val="accent1"/>
          </a:fillRef>
          <a:effectRef idx="0">
            <a:schemeClr val="accent1"/>
          </a:effectRef>
          <a:fontRef idx="minor">
            <a:schemeClr val="tx1"/>
          </a:fontRef>
        </p:style>
      </p:cxnSp>
      <p:sp>
        <p:nvSpPr>
          <p:cNvPr id="14" name="story-dot-0">
            <a:extLst>
              <a:ext uri="{FF2B5EF4-FFF2-40B4-BE49-F238E27FC236}">
                <a16:creationId xmlns:a16="http://schemas.microsoft.com/office/drawing/2014/main" id="{98A277A9-697C-812C-BF92-7028088601C5}"/>
              </a:ext>
            </a:extLst>
          </p:cNvPr>
          <p:cNvSpPr/>
          <p:nvPr/>
        </p:nvSpPr>
        <p:spPr>
          <a:xfrm>
            <a:off x="1803400" y="3327400"/>
            <a:ext cx="609600" cy="609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ED377ADF-F1F1-0285-C836-0C6775389FCD}"/>
              </a:ext>
            </a:extLst>
          </p:cNvPr>
          <p:cNvSpPr txBox="1"/>
          <p:nvPr/>
        </p:nvSpPr>
        <p:spPr>
          <a:xfrm>
            <a:off x="20066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01</a:t>
            </a:r>
            <a:endParaRPr lang="zh-CN" altLang="en-US" sz="750" b="1">
              <a:solidFill>
                <a:srgbClr val="FFFFFF"/>
              </a:solidFill>
              <a:latin typeface="Aptos" panose="020B0004020202020204" pitchFamily="34" charset="0"/>
            </a:endParaRPr>
          </a:p>
        </p:txBody>
      </p:sp>
      <p:sp>
        <p:nvSpPr>
          <p:cNvPr id="16" name="story-title-0">
            <a:extLst>
              <a:ext uri="{FF2B5EF4-FFF2-40B4-BE49-F238E27FC236}">
                <a16:creationId xmlns:a16="http://schemas.microsoft.com/office/drawing/2014/main" id="{303E8DCA-A34A-4DDE-F1C0-462FB47233E1}"/>
              </a:ext>
            </a:extLst>
          </p:cNvPr>
          <p:cNvSpPr txBox="1"/>
          <p:nvPr/>
        </p:nvSpPr>
        <p:spPr>
          <a:xfrm>
            <a:off x="13208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Project page</a:t>
            </a:r>
            <a:endParaRPr lang="zh-CN" altLang="en-US" sz="900" b="1">
              <a:solidFill>
                <a:srgbClr val="071A3D"/>
              </a:solidFill>
              <a:latin typeface="Aptos" panose="020B0004020202020204" pitchFamily="34" charset="0"/>
            </a:endParaRPr>
          </a:p>
        </p:txBody>
      </p:sp>
      <p:sp>
        <p:nvSpPr>
          <p:cNvPr id="17" name="story-sub-0">
            <a:extLst>
              <a:ext uri="{FF2B5EF4-FFF2-40B4-BE49-F238E27FC236}">
                <a16:creationId xmlns:a16="http://schemas.microsoft.com/office/drawing/2014/main" id="{69CE06D1-3C59-AA77-EA80-97057D37F35D}"/>
              </a:ext>
            </a:extLst>
          </p:cNvPr>
          <p:cNvSpPr txBox="1"/>
          <p:nvPr/>
        </p:nvSpPr>
        <p:spPr>
          <a:xfrm>
            <a:off x="13208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open artifact entry</a:t>
            </a:r>
            <a:endParaRPr lang="zh-CN" altLang="en-US" sz="740">
              <a:solidFill>
                <a:srgbClr val="4A5B78"/>
              </a:solidFill>
              <a:latin typeface="Aptos" panose="020B0004020202020204" pitchFamily="34" charset="0"/>
            </a:endParaRPr>
          </a:p>
        </p:txBody>
      </p:sp>
      <p:sp>
        <p:nvSpPr>
          <p:cNvPr id="18" name="story-hit-0">
            <a:hlinkClick r:id="rId4"/>
            <a:extLst>
              <a:ext uri="{FF2B5EF4-FFF2-40B4-BE49-F238E27FC236}">
                <a16:creationId xmlns:a16="http://schemas.microsoft.com/office/drawing/2014/main" id="{1A19B091-4150-4594-5688-477CA1724D65}"/>
              </a:ext>
            </a:extLst>
          </p:cNvPr>
          <p:cNvSpPr/>
          <p:nvPr/>
        </p:nvSpPr>
        <p:spPr>
          <a:xfrm>
            <a:off x="13208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ory-dot-1">
            <a:extLst>
              <a:ext uri="{FF2B5EF4-FFF2-40B4-BE49-F238E27FC236}">
                <a16:creationId xmlns:a16="http://schemas.microsoft.com/office/drawing/2014/main" id="{908BC7DF-8960-3665-67B5-9BBEF717CF32}"/>
              </a:ext>
            </a:extLst>
          </p:cNvPr>
          <p:cNvSpPr/>
          <p:nvPr/>
        </p:nvSpPr>
        <p:spPr>
          <a:xfrm>
            <a:off x="3810000" y="3327400"/>
            <a:ext cx="609600" cy="609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num-1">
            <a:extLst>
              <a:ext uri="{FF2B5EF4-FFF2-40B4-BE49-F238E27FC236}">
                <a16:creationId xmlns:a16="http://schemas.microsoft.com/office/drawing/2014/main" id="{796F1C7A-2530-E921-2B3F-C1781F079259}"/>
              </a:ext>
            </a:extLst>
          </p:cNvPr>
          <p:cNvSpPr txBox="1"/>
          <p:nvPr/>
        </p:nvSpPr>
        <p:spPr>
          <a:xfrm>
            <a:off x="40132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02</a:t>
            </a:r>
            <a:endParaRPr lang="zh-CN" altLang="en-US" sz="750" b="1">
              <a:solidFill>
                <a:srgbClr val="FFFFFF"/>
              </a:solidFill>
              <a:latin typeface="Aptos" panose="020B0004020202020204" pitchFamily="34" charset="0"/>
            </a:endParaRPr>
          </a:p>
        </p:txBody>
      </p:sp>
      <p:sp>
        <p:nvSpPr>
          <p:cNvPr id="21" name="story-title-1">
            <a:extLst>
              <a:ext uri="{FF2B5EF4-FFF2-40B4-BE49-F238E27FC236}">
                <a16:creationId xmlns:a16="http://schemas.microsoft.com/office/drawing/2014/main" id="{3E0086B0-6D22-2C14-2B5B-B1A7FCB60E47}"/>
              </a:ext>
            </a:extLst>
          </p:cNvPr>
          <p:cNvSpPr txBox="1"/>
          <p:nvPr/>
        </p:nvSpPr>
        <p:spPr>
          <a:xfrm>
            <a:off x="33274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Claim file</a:t>
            </a:r>
            <a:endParaRPr lang="zh-CN" altLang="en-US" sz="900" b="1">
              <a:solidFill>
                <a:srgbClr val="071A3D"/>
              </a:solidFill>
              <a:latin typeface="Aptos" panose="020B0004020202020204" pitchFamily="34" charset="0"/>
            </a:endParaRPr>
          </a:p>
        </p:txBody>
      </p:sp>
      <p:sp>
        <p:nvSpPr>
          <p:cNvPr id="22" name="story-sub-1">
            <a:extLst>
              <a:ext uri="{FF2B5EF4-FFF2-40B4-BE49-F238E27FC236}">
                <a16:creationId xmlns:a16="http://schemas.microsoft.com/office/drawing/2014/main" id="{6B960976-C6AA-FA1A-B6AF-761FD95870F2}"/>
              </a:ext>
            </a:extLst>
          </p:cNvPr>
          <p:cNvSpPr txBox="1"/>
          <p:nvPr/>
        </p:nvSpPr>
        <p:spPr>
          <a:xfrm>
            <a:off x="33274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allowed / blocked readings</a:t>
            </a:r>
            <a:endParaRPr lang="zh-CN" altLang="en-US" sz="740">
              <a:solidFill>
                <a:srgbClr val="4A5B78"/>
              </a:solidFill>
              <a:latin typeface="Aptos" panose="020B0004020202020204" pitchFamily="34" charset="0"/>
            </a:endParaRPr>
          </a:p>
        </p:txBody>
      </p:sp>
      <p:sp>
        <p:nvSpPr>
          <p:cNvPr id="23" name="story-hit-1">
            <a:hlinkClick r:id="rId5"/>
            <a:extLst>
              <a:ext uri="{FF2B5EF4-FFF2-40B4-BE49-F238E27FC236}">
                <a16:creationId xmlns:a16="http://schemas.microsoft.com/office/drawing/2014/main" id="{6C221E06-202F-AE2A-DD04-B12B709726B2}"/>
              </a:ext>
            </a:extLst>
          </p:cNvPr>
          <p:cNvSpPr/>
          <p:nvPr/>
        </p:nvSpPr>
        <p:spPr>
          <a:xfrm>
            <a:off x="33274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story-dot-2">
            <a:extLst>
              <a:ext uri="{FF2B5EF4-FFF2-40B4-BE49-F238E27FC236}">
                <a16:creationId xmlns:a16="http://schemas.microsoft.com/office/drawing/2014/main" id="{75D7B9C7-BFE4-4144-1CC7-AC2B6EF3A11D}"/>
              </a:ext>
            </a:extLst>
          </p:cNvPr>
          <p:cNvSpPr/>
          <p:nvPr/>
        </p:nvSpPr>
        <p:spPr>
          <a:xfrm>
            <a:off x="5816600" y="3327400"/>
            <a:ext cx="609600" cy="609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tory-num-2">
            <a:extLst>
              <a:ext uri="{FF2B5EF4-FFF2-40B4-BE49-F238E27FC236}">
                <a16:creationId xmlns:a16="http://schemas.microsoft.com/office/drawing/2014/main" id="{CC44419C-4966-D6EE-F094-638818879F59}"/>
              </a:ext>
            </a:extLst>
          </p:cNvPr>
          <p:cNvSpPr txBox="1"/>
          <p:nvPr/>
        </p:nvSpPr>
        <p:spPr>
          <a:xfrm>
            <a:off x="60198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03</a:t>
            </a:r>
            <a:endParaRPr lang="zh-CN" altLang="en-US" sz="750" b="1">
              <a:solidFill>
                <a:srgbClr val="FFFFFF"/>
              </a:solidFill>
              <a:latin typeface="Aptos" panose="020B0004020202020204" pitchFamily="34" charset="0"/>
            </a:endParaRPr>
          </a:p>
        </p:txBody>
      </p:sp>
      <p:sp>
        <p:nvSpPr>
          <p:cNvPr id="26" name="story-title-2">
            <a:extLst>
              <a:ext uri="{FF2B5EF4-FFF2-40B4-BE49-F238E27FC236}">
                <a16:creationId xmlns:a16="http://schemas.microsoft.com/office/drawing/2014/main" id="{D6C4DBBD-967C-AD55-6C8F-66DAE7A90705}"/>
              </a:ext>
            </a:extLst>
          </p:cNvPr>
          <p:cNvSpPr txBox="1"/>
          <p:nvPr/>
        </p:nvSpPr>
        <p:spPr>
          <a:xfrm>
            <a:off x="53340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Traceability</a:t>
            </a:r>
            <a:endParaRPr lang="zh-CN" altLang="en-US" sz="900" b="1">
              <a:solidFill>
                <a:srgbClr val="071A3D"/>
              </a:solidFill>
              <a:latin typeface="Aptos" panose="020B0004020202020204" pitchFamily="34" charset="0"/>
            </a:endParaRPr>
          </a:p>
        </p:txBody>
      </p:sp>
      <p:sp>
        <p:nvSpPr>
          <p:cNvPr id="27" name="story-sub-2">
            <a:extLst>
              <a:ext uri="{FF2B5EF4-FFF2-40B4-BE49-F238E27FC236}">
                <a16:creationId xmlns:a16="http://schemas.microsoft.com/office/drawing/2014/main" id="{8FFF9D2B-92BB-3A2D-D32C-9652285FE10B}"/>
              </a:ext>
            </a:extLst>
          </p:cNvPr>
          <p:cNvSpPr txBox="1"/>
          <p:nvPr/>
        </p:nvSpPr>
        <p:spPr>
          <a:xfrm>
            <a:off x="53340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claim to artifact path</a:t>
            </a:r>
            <a:endParaRPr lang="zh-CN" altLang="en-US" sz="740">
              <a:solidFill>
                <a:srgbClr val="4A5B78"/>
              </a:solidFill>
              <a:latin typeface="Aptos" panose="020B0004020202020204" pitchFamily="34" charset="0"/>
            </a:endParaRPr>
          </a:p>
        </p:txBody>
      </p:sp>
      <p:sp>
        <p:nvSpPr>
          <p:cNvPr id="28" name="story-hit-2">
            <a:hlinkClick r:id="rId6"/>
            <a:extLst>
              <a:ext uri="{FF2B5EF4-FFF2-40B4-BE49-F238E27FC236}">
                <a16:creationId xmlns:a16="http://schemas.microsoft.com/office/drawing/2014/main" id="{527E3010-2EE1-36A3-29F1-8B57F6786D1E}"/>
              </a:ext>
            </a:extLst>
          </p:cNvPr>
          <p:cNvSpPr/>
          <p:nvPr/>
        </p:nvSpPr>
        <p:spPr>
          <a:xfrm>
            <a:off x="53340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story-dot-3">
            <a:extLst>
              <a:ext uri="{FF2B5EF4-FFF2-40B4-BE49-F238E27FC236}">
                <a16:creationId xmlns:a16="http://schemas.microsoft.com/office/drawing/2014/main" id="{EC889C9C-36DB-E57A-8191-B6C1C17A605E}"/>
              </a:ext>
            </a:extLst>
          </p:cNvPr>
          <p:cNvSpPr/>
          <p:nvPr/>
        </p:nvSpPr>
        <p:spPr>
          <a:xfrm>
            <a:off x="7823200" y="3327400"/>
            <a:ext cx="609600" cy="609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story-num-3">
            <a:extLst>
              <a:ext uri="{FF2B5EF4-FFF2-40B4-BE49-F238E27FC236}">
                <a16:creationId xmlns:a16="http://schemas.microsoft.com/office/drawing/2014/main" id="{B282AEBA-27B0-2029-1C99-444F3616520E}"/>
              </a:ext>
            </a:extLst>
          </p:cNvPr>
          <p:cNvSpPr txBox="1"/>
          <p:nvPr/>
        </p:nvSpPr>
        <p:spPr>
          <a:xfrm>
            <a:off x="80264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04</a:t>
            </a:r>
            <a:endParaRPr lang="zh-CN" altLang="en-US" sz="750" b="1">
              <a:solidFill>
                <a:srgbClr val="FFFFFF"/>
              </a:solidFill>
              <a:latin typeface="Aptos" panose="020B0004020202020204" pitchFamily="34" charset="0"/>
            </a:endParaRPr>
          </a:p>
        </p:txBody>
      </p:sp>
      <p:sp>
        <p:nvSpPr>
          <p:cNvPr id="31" name="story-title-3">
            <a:extLst>
              <a:ext uri="{FF2B5EF4-FFF2-40B4-BE49-F238E27FC236}">
                <a16:creationId xmlns:a16="http://schemas.microsoft.com/office/drawing/2014/main" id="{66523242-7ED0-F2B2-0B10-B421A0D99976}"/>
              </a:ext>
            </a:extLst>
          </p:cNvPr>
          <p:cNvSpPr txBox="1"/>
          <p:nvPr/>
        </p:nvSpPr>
        <p:spPr>
          <a:xfrm>
            <a:off x="73406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Manifest</a:t>
            </a:r>
            <a:endParaRPr lang="zh-CN" altLang="en-US" sz="900" b="1">
              <a:solidFill>
                <a:srgbClr val="071A3D"/>
              </a:solidFill>
              <a:latin typeface="Aptos" panose="020B0004020202020204" pitchFamily="34" charset="0"/>
            </a:endParaRPr>
          </a:p>
        </p:txBody>
      </p:sp>
      <p:sp>
        <p:nvSpPr>
          <p:cNvPr id="32" name="story-sub-3">
            <a:extLst>
              <a:ext uri="{FF2B5EF4-FFF2-40B4-BE49-F238E27FC236}">
                <a16:creationId xmlns:a16="http://schemas.microsoft.com/office/drawing/2014/main" id="{9F7F28A2-ADD1-7C01-FCE8-62A30DAD11CF}"/>
              </a:ext>
            </a:extLst>
          </p:cNvPr>
          <p:cNvSpPr txBox="1"/>
          <p:nvPr/>
        </p:nvSpPr>
        <p:spPr>
          <a:xfrm>
            <a:off x="73406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hash and denominator row</a:t>
            </a:r>
            <a:endParaRPr lang="zh-CN" altLang="en-US" sz="740">
              <a:solidFill>
                <a:srgbClr val="4A5B78"/>
              </a:solidFill>
              <a:latin typeface="Aptos" panose="020B0004020202020204" pitchFamily="34" charset="0"/>
            </a:endParaRPr>
          </a:p>
        </p:txBody>
      </p:sp>
      <p:sp>
        <p:nvSpPr>
          <p:cNvPr id="33" name="story-hit-3">
            <a:hlinkClick r:id="rId7"/>
            <a:extLst>
              <a:ext uri="{FF2B5EF4-FFF2-40B4-BE49-F238E27FC236}">
                <a16:creationId xmlns:a16="http://schemas.microsoft.com/office/drawing/2014/main" id="{DE52C7C3-3B14-5244-ED6F-D3AF6ABCC8EE}"/>
              </a:ext>
            </a:extLst>
          </p:cNvPr>
          <p:cNvSpPr/>
          <p:nvPr/>
        </p:nvSpPr>
        <p:spPr>
          <a:xfrm>
            <a:off x="73406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ory-dot-4">
            <a:extLst>
              <a:ext uri="{FF2B5EF4-FFF2-40B4-BE49-F238E27FC236}">
                <a16:creationId xmlns:a16="http://schemas.microsoft.com/office/drawing/2014/main" id="{CF464611-80FE-4DA2-8C31-FFECBA999524}"/>
              </a:ext>
            </a:extLst>
          </p:cNvPr>
          <p:cNvSpPr/>
          <p:nvPr/>
        </p:nvSpPr>
        <p:spPr>
          <a:xfrm>
            <a:off x="9829800" y="3327400"/>
            <a:ext cx="609600" cy="609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story-num-4">
            <a:extLst>
              <a:ext uri="{FF2B5EF4-FFF2-40B4-BE49-F238E27FC236}">
                <a16:creationId xmlns:a16="http://schemas.microsoft.com/office/drawing/2014/main" id="{B3FAEBFB-1908-29CC-10A6-F2681FCCA6F8}"/>
              </a:ext>
            </a:extLst>
          </p:cNvPr>
          <p:cNvSpPr txBox="1"/>
          <p:nvPr/>
        </p:nvSpPr>
        <p:spPr>
          <a:xfrm>
            <a:off x="100330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05</a:t>
            </a:r>
            <a:endParaRPr lang="zh-CN" altLang="en-US" sz="750" b="1">
              <a:solidFill>
                <a:srgbClr val="FFFFFF"/>
              </a:solidFill>
              <a:latin typeface="Aptos" panose="020B0004020202020204" pitchFamily="34" charset="0"/>
            </a:endParaRPr>
          </a:p>
        </p:txBody>
      </p:sp>
      <p:sp>
        <p:nvSpPr>
          <p:cNvPr id="36" name="story-title-4">
            <a:extLst>
              <a:ext uri="{FF2B5EF4-FFF2-40B4-BE49-F238E27FC236}">
                <a16:creationId xmlns:a16="http://schemas.microsoft.com/office/drawing/2014/main" id="{B4DF0754-7D5B-A1B2-5752-8B665E677F72}"/>
              </a:ext>
            </a:extLst>
          </p:cNvPr>
          <p:cNvSpPr txBox="1"/>
          <p:nvPr/>
        </p:nvSpPr>
        <p:spPr>
          <a:xfrm>
            <a:off x="93472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Local check</a:t>
            </a:r>
            <a:endParaRPr lang="zh-CN" altLang="en-US" sz="900" b="1">
              <a:solidFill>
                <a:srgbClr val="071A3D"/>
              </a:solidFill>
              <a:latin typeface="Aptos" panose="020B0004020202020204" pitchFamily="34" charset="0"/>
            </a:endParaRPr>
          </a:p>
        </p:txBody>
      </p:sp>
      <p:sp>
        <p:nvSpPr>
          <p:cNvPr id="37" name="story-sub-4">
            <a:extLst>
              <a:ext uri="{FF2B5EF4-FFF2-40B4-BE49-F238E27FC236}">
                <a16:creationId xmlns:a16="http://schemas.microsoft.com/office/drawing/2014/main" id="{9C2C7697-7FC9-6243-85DD-2970EFF3DD3E}"/>
              </a:ext>
            </a:extLst>
          </p:cNvPr>
          <p:cNvSpPr txBox="1"/>
          <p:nvPr/>
        </p:nvSpPr>
        <p:spPr>
          <a:xfrm>
            <a:off x="93472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OK outputs, bounded proof</a:t>
            </a:r>
            <a:endParaRPr lang="zh-CN" altLang="en-US" sz="740">
              <a:solidFill>
                <a:srgbClr val="4A5B78"/>
              </a:solidFill>
              <a:latin typeface="Aptos" panose="020B0004020202020204" pitchFamily="34" charset="0"/>
            </a:endParaRPr>
          </a:p>
        </p:txBody>
      </p:sp>
      <p:sp>
        <p:nvSpPr>
          <p:cNvPr id="38" name="story-hit-4">
            <a:hlinkClick r:id="rId8"/>
            <a:extLst>
              <a:ext uri="{FF2B5EF4-FFF2-40B4-BE49-F238E27FC236}">
                <a16:creationId xmlns:a16="http://schemas.microsoft.com/office/drawing/2014/main" id="{CC01B6FF-F207-870E-670F-3CF57C986C9D}"/>
              </a:ext>
            </a:extLst>
          </p:cNvPr>
          <p:cNvSpPr/>
          <p:nvPr/>
        </p:nvSpPr>
        <p:spPr>
          <a:xfrm>
            <a:off x="93472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fallback-note">
            <a:extLst>
              <a:ext uri="{FF2B5EF4-FFF2-40B4-BE49-F238E27FC236}">
                <a16:creationId xmlns:a16="http://schemas.microsoft.com/office/drawing/2014/main" id="{CC860153-8208-4794-B4FA-6B31F83E4F63}"/>
              </a:ext>
            </a:extLst>
          </p:cNvPr>
          <p:cNvSpPr/>
          <p:nvPr/>
        </p:nvSpPr>
        <p:spPr>
          <a:xfrm>
            <a:off x="2159000" y="5384800"/>
            <a:ext cx="78740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fallback-t">
            <a:extLst>
              <a:ext uri="{FF2B5EF4-FFF2-40B4-BE49-F238E27FC236}">
                <a16:creationId xmlns:a16="http://schemas.microsoft.com/office/drawing/2014/main" id="{5C0CFC4B-645B-43FC-42C2-80B624A1B5D5}"/>
              </a:ext>
            </a:extLst>
          </p:cNvPr>
          <p:cNvSpPr txBox="1"/>
          <p:nvPr/>
        </p:nvSpPr>
        <p:spPr>
          <a:xfrm>
            <a:off x="2540000" y="5511800"/>
            <a:ext cx="71120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Fallback: play the recorded demo if network, projector, or login fails.</a:t>
            </a:r>
            <a:endParaRPr lang="zh-CN" altLang="en-US" sz="820" b="1">
              <a:solidFill>
                <a:srgbClr val="071A3D"/>
              </a:solidFill>
              <a:latin typeface="Aptos" panose="020B0004020202020204" pitchFamily="34" charset="0"/>
            </a:endParaRPr>
          </a:p>
        </p:txBody>
      </p:sp>
      <p:sp>
        <p:nvSpPr>
          <p:cNvPr id="41" name="footer-hit-16">
            <a:hlinkClick r:id="rId4"/>
            <a:extLst>
              <a:ext uri="{FF2B5EF4-FFF2-40B4-BE49-F238E27FC236}">
                <a16:creationId xmlns:a16="http://schemas.microsoft.com/office/drawing/2014/main" id="{2A785985-99AC-2653-C6EF-61BD9CF42EA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8555558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60"/>
                                        <p:tgtEl>
                                          <p:spTgt spid="14"/>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160"/>
                                        <p:tgtEl>
                                          <p:spTgt spid="16"/>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160"/>
                                        <p:tgtEl>
                                          <p:spTgt spid="17"/>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60"/>
                                        <p:tgtEl>
                                          <p:spTgt spid="18"/>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160"/>
                                        <p:tgtEl>
                                          <p:spTgt spid="19"/>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animBg="1"/>
      <p:bldP spid="40" grpId="0"/>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1991</Words>
  <Application>Microsoft Office PowerPoint</Application>
  <PresentationFormat>自定义</PresentationFormat>
  <Paragraphs>338</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2026-05-13T23:55:10Z</dcterms:created>
  <dcterms:modified xsi:type="dcterms:W3CDTF">2026-05-13T23:55:10Z</dcterms:modified>
</cp:coreProperties>
</file>