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41AA3-9471-43CE-AD2D-BBAE4175BFCC}" type="datetimeFigureOut">
              <a:rPr lang="zh-CN" altLang="en-US" smtClean="0"/>
              <a:t>2026/5/14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DB6D27-FA4C-42B2-AB7D-82CB57316785}" type="slidenum">
              <a:rPr lang="zh-CN" altLang="en-US" smtClean="0"/>
              <a:t>‹#›</a:t>
            </a:fld>
            <a:endParaRPr lang="zh-CN" altLang="en-US"/>
          </a:p>
        </p:txBody>
      </p:sp>
    </p:spTree>
    <p:extLst>
      <p:ext uri="{BB962C8B-B14F-4D97-AF65-F5344CB8AC3E}">
        <p14:creationId xmlns:p14="http://schemas.microsoft.com/office/powerpoint/2010/main" val="2544354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My central message is simple: watermark evidence needs a claim boundary before it can support a claim.</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a:t>
            </a:fld>
            <a:endParaRPr lang="zh-CN" altLang="en-US"/>
          </a:p>
        </p:txBody>
      </p:sp>
    </p:spTree>
    <p:extLst>
      <p:ext uri="{BB962C8B-B14F-4D97-AF65-F5344CB8AC3E}">
        <p14:creationId xmlns:p14="http://schemas.microsoft.com/office/powerpoint/2010/main" val="2923271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problem is that generated code does not stay in a clean generation session. It moves into new files and larger repositories. So the question is not just whether a detector fires. The question is what evidence survives, and what claim that evidence can support.</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2</a:t>
            </a:fld>
            <a:endParaRPr lang="zh-CN" altLang="en-US"/>
          </a:p>
        </p:txBody>
      </p:sp>
    </p:spTree>
    <p:extLst>
      <p:ext uri="{BB962C8B-B14F-4D97-AF65-F5344CB8AC3E}">
        <p14:creationId xmlns:p14="http://schemas.microsoft.com/office/powerpoint/2010/main" val="50536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gap I focused on. A score can be useful, but it does not tell us what is being claimed. I treat a claim as a function of admitted evidence, controls, the access model, and a boundary.</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3</a:t>
            </a:fld>
            <a:endParaRPr lang="zh-CN" altLang="en-US"/>
          </a:p>
        </p:txBody>
      </p:sp>
    </p:spTree>
    <p:extLst>
      <p:ext uri="{BB962C8B-B14F-4D97-AF65-F5344CB8AC3E}">
        <p14:creationId xmlns:p14="http://schemas.microsoft.com/office/powerpoint/2010/main" val="16326362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benchmark layer is not just a dataset table. It is a denominator discipline. Before interpreting results, the framework fixes the task, transformation, executable oracle, controls, and artifact identity.</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4</a:t>
            </a:fld>
            <a:endParaRPr lang="zh-CN" altLang="en-US"/>
          </a:p>
        </p:txBody>
      </p:sp>
    </p:spTree>
    <p:extLst>
      <p:ext uri="{BB962C8B-B14F-4D97-AF65-F5344CB8AC3E}">
        <p14:creationId xmlns:p14="http://schemas.microsoft.com/office/powerpoint/2010/main" val="4370095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full framework. The five stages look at different kinds of watermark evidence. What connects them is one evidence contract. Each stage must state what it can claim, and what it cannot claim.</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5</a:t>
            </a:fld>
            <a:endParaRPr lang="zh-CN" altLang="en-US"/>
          </a:p>
        </p:txBody>
      </p:sp>
    </p:spTree>
    <p:extLst>
      <p:ext uri="{BB962C8B-B14F-4D97-AF65-F5344CB8AC3E}">
        <p14:creationId xmlns:p14="http://schemas.microsoft.com/office/powerpoint/2010/main" val="3499906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evidence object has five parts. I freeze the denominator, controls, artifact and hash, then I state the boundary. If the evidence is not enough, the correct answer is abstention, not a stronger claim.</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6</a:t>
            </a:fld>
            <a:endParaRPr lang="zh-CN" altLang="en-US"/>
          </a:p>
        </p:txBody>
      </p:sp>
    </p:spTree>
    <p:extLst>
      <p:ext uri="{BB962C8B-B14F-4D97-AF65-F5344CB8AC3E}">
        <p14:creationId xmlns:p14="http://schemas.microsoft.com/office/powerpoint/2010/main" val="12037787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key results slide. I report each result with its denominator and control surface. The important point is not a single overall score. It is that every promoted claim has a bounded evidence object.</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7</a:t>
            </a:fld>
            <a:endParaRPr lang="zh-CN" altLang="en-US"/>
          </a:p>
        </p:txBody>
      </p:sp>
    </p:spTree>
    <p:extLst>
      <p:ext uri="{BB962C8B-B14F-4D97-AF65-F5344CB8AC3E}">
        <p14:creationId xmlns:p14="http://schemas.microsoft.com/office/powerpoint/2010/main" val="29473821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Two modules are intentionally conservative. CodeDye has sparse black-box signal, and SealAudit is selective. I do not hide that. The framework uses these results to show where we should abstain.</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8</a:t>
            </a:fld>
            <a:endParaRPr lang="zh-CN" altLang="en-US"/>
          </a:p>
        </p:txBody>
      </p:sp>
    </p:spTree>
    <p:extLst>
      <p:ext uri="{BB962C8B-B14F-4D97-AF65-F5344CB8AC3E}">
        <p14:creationId xmlns:p14="http://schemas.microsoft.com/office/powerpoint/2010/main" val="25925833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first demo, I will not rerun the whole experiment. I will show inspectability. I will open the project page, then the claim boundary, the traceability matrix, the manifest, and one evidence folder.</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9</a:t>
            </a:fld>
            <a:endParaRPr lang="zh-CN" altLang="en-US"/>
          </a:p>
        </p:txBody>
      </p:sp>
    </p:spTree>
    <p:extLst>
      <p:ext uri="{BB962C8B-B14F-4D97-AF65-F5344CB8AC3E}">
        <p14:creationId xmlns:p14="http://schemas.microsoft.com/office/powerpoint/2010/main" val="16592881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second demo is a quick local check. I will be explicit about its boundary. It checks repository consistency and key artifacts. It does not claim to rerun all large experiments during the viva.</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10</a:t>
            </a:fld>
            <a:endParaRPr lang="zh-CN" altLang="en-US"/>
          </a:p>
        </p:txBody>
      </p:sp>
    </p:spTree>
    <p:extLst>
      <p:ext uri="{BB962C8B-B14F-4D97-AF65-F5344CB8AC3E}">
        <p14:creationId xmlns:p14="http://schemas.microsoft.com/office/powerpoint/2010/main" val="14142545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My Q&amp;A strategy is to answer directly and then state the boundary. I can defend the framework, qualify finite denominators, and refuse claims that the project does not support.</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11</a:t>
            </a:fld>
            <a:endParaRPr lang="zh-CN" altLang="en-US"/>
          </a:p>
        </p:txBody>
      </p:sp>
    </p:spTree>
    <p:extLst>
      <p:ext uri="{BB962C8B-B14F-4D97-AF65-F5344CB8AC3E}">
        <p14:creationId xmlns:p14="http://schemas.microsoft.com/office/powerpoint/2010/main" val="18164910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FYP artifact is the base. I plan to develop the benchmark work toward TOSEM and the other four workstreams toward EMNLP-style papers. These are planned continuations, not extra claims in the submitted dissertation.</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12</a:t>
            </a:fld>
            <a:endParaRPr lang="zh-CN" altLang="en-US"/>
          </a:p>
        </p:txBody>
      </p:sp>
    </p:spTree>
    <p:extLst>
      <p:ext uri="{BB962C8B-B14F-4D97-AF65-F5344CB8AC3E}">
        <p14:creationId xmlns:p14="http://schemas.microsoft.com/office/powerpoint/2010/main" val="1529723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If needed, I can open the project page, the repository, or the claim boundary document.</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13</a:t>
            </a:fld>
            <a:endParaRPr lang="zh-CN" altLang="en-US"/>
          </a:p>
        </p:txBody>
      </p:sp>
    </p:spTree>
    <p:extLst>
      <p:ext uri="{BB962C8B-B14F-4D97-AF65-F5344CB8AC3E}">
        <p14:creationId xmlns:p14="http://schemas.microsoft.com/office/powerpoint/2010/main" val="33102184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backup slide defines the notation. It is only for Q&amp;A.</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14</a:t>
            </a:fld>
            <a:endParaRPr lang="zh-CN" altLang="en-US"/>
          </a:p>
        </p:txBody>
      </p:sp>
    </p:spTree>
    <p:extLst>
      <p:ext uri="{BB962C8B-B14F-4D97-AF65-F5344CB8AC3E}">
        <p14:creationId xmlns:p14="http://schemas.microsoft.com/office/powerpoint/2010/main" val="38012757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a backup Q&amp;A page. I should keep answers short and specific.</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15</a:t>
            </a:fld>
            <a:endParaRPr lang="zh-CN" altLang="en-US"/>
          </a:p>
        </p:txBody>
      </p:sp>
    </p:spTree>
    <p:extLst>
      <p:ext uri="{BB962C8B-B14F-4D97-AF65-F5344CB8AC3E}">
        <p14:creationId xmlns:p14="http://schemas.microsoft.com/office/powerpoint/2010/main" val="29092433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backup storyboard. If the live demo has a problem, I can describe the route and use the saved video.</a:t>
            </a:r>
            <a:endParaRPr lang="zh-CN" altLang="en-US"/>
          </a:p>
        </p:txBody>
      </p:sp>
      <p:sp>
        <p:nvSpPr>
          <p:cNvPr id="4" name="灯片编号占位符 3"/>
          <p:cNvSpPr>
            <a:spLocks noGrp="1"/>
          </p:cNvSpPr>
          <p:nvPr>
            <p:ph type="sldNum" sz="quarter" idx="5"/>
          </p:nvPr>
        </p:nvSpPr>
        <p:spPr/>
        <p:txBody>
          <a:bodyPr/>
          <a:lstStyle/>
          <a:p>
            <a:fld id="{6CDB6D27-FA4C-42B2-AB7D-82CB57316785}" type="slidenum">
              <a:rPr lang="zh-CN" altLang="en-US" smtClean="0"/>
              <a:t>16</a:t>
            </a:fld>
            <a:endParaRPr lang="zh-CN" altLang="en-US"/>
          </a:p>
        </p:txBody>
      </p:sp>
    </p:spTree>
    <p:extLst>
      <p:ext uri="{BB962C8B-B14F-4D97-AF65-F5344CB8AC3E}">
        <p14:creationId xmlns:p14="http://schemas.microsoft.com/office/powerpoint/2010/main" val="1870359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C457BB-CF0A-39F2-B272-5C0B292D58D4}"/>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5A1E6C88-2CB0-A3FB-3D14-43474EE8939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E9C4DC3B-05E4-A061-8A6D-B9D05286C2EC}"/>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7B95C124-DF0B-EE84-5208-62AE39BAD89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56E8758-8F5B-A6D1-7A1A-503E3DD0CB15}"/>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14204669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99811CD-5BC0-35CA-DA4F-EBF07E820F73}"/>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0805A4C-CE99-F99C-0BF8-C917714282B0}"/>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99DF200-8299-E61C-E616-7E9735CFA837}"/>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3077AF57-00A1-0E2E-FCF5-1CC1BB4AD96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FCB4F3-8737-182A-BBA5-D7EAE05DA929}"/>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28934573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ABB069-447A-2FBD-EEB7-6871D4E6CCF9}"/>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1207F746-F0BD-E909-FCCD-3C95C55505A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BF381312-EB46-B6A0-201E-E109B36656DF}"/>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5F8A4F21-BEE1-7DB9-CB9D-BE95F344BB8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E73FC05-FEE0-684B-8CB7-533AD5FEBD93}"/>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30847261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5F4BF3-123D-E207-6995-FFD59C863F8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96ED69D-A89B-A925-9BBB-90FB7157F7C6}"/>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4166CA31-31CC-DE56-F7C0-D5BE66266A1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C4EDAB52-E734-32F0-2D61-74774C0F4722}"/>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4990865C-476F-DC9A-18B6-E4D056FD730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7DC380A-B98C-E3E0-2A8E-8D5B3D937936}"/>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1119581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2F1FFDD-FA84-7309-306F-319ED574BA01}"/>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808BCCC6-9A16-B2B1-2139-C5E0F7362C4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64995AF1-0BFF-D3C4-6BD1-DD28FE061985}"/>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B08E87C7-F704-3E39-9BEA-5235BCBE42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51539822-2356-4F70-DEE6-2F74D954D334}"/>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7E9B9831-6159-A0BF-9C69-8E068B5BF79D}"/>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8" name="页脚占位符 7">
            <a:extLst>
              <a:ext uri="{FF2B5EF4-FFF2-40B4-BE49-F238E27FC236}">
                <a16:creationId xmlns:a16="http://schemas.microsoft.com/office/drawing/2014/main" id="{05B6FB6F-9C67-E41A-1CB5-C8D85CB83F4A}"/>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8129E336-C9ED-7173-EF45-6C20D4B29A72}"/>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2435589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21991-17D2-0020-20DC-C98AB9468F87}"/>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3E3B4B35-1AD8-0BFE-5360-8CDE6D90C11E}"/>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4" name="页脚占位符 3">
            <a:extLst>
              <a:ext uri="{FF2B5EF4-FFF2-40B4-BE49-F238E27FC236}">
                <a16:creationId xmlns:a16="http://schemas.microsoft.com/office/drawing/2014/main" id="{1E10E9A9-36C2-C4A5-BAC5-6301B7FFD775}"/>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CCD3CF0B-7836-701E-55A1-B959C56E2041}"/>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18023033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CAC330F3-FC2F-BEBD-1513-3FC5C19D595B}"/>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3" name="页脚占位符 2">
            <a:extLst>
              <a:ext uri="{FF2B5EF4-FFF2-40B4-BE49-F238E27FC236}">
                <a16:creationId xmlns:a16="http://schemas.microsoft.com/office/drawing/2014/main" id="{71E68420-F11F-6952-624A-7C0024D46D59}"/>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5B4A89FE-BB1B-0575-7CE1-0DCB12CE55F6}"/>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25105078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96ECE9-84A3-DD3A-40A3-E29AA2F17B1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50D16CBE-61DF-86D6-DE92-A5D581B950A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3F7CAADA-3F62-1EC3-BBF9-59CB341824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C48A0081-A852-FC84-BEFD-389ED005D9B4}"/>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BFAAC43B-38CB-7A9A-493F-03CFF743DC96}"/>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299401A-8E03-33F5-138D-6E54A163689A}"/>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4232420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3B08DF-461B-7F6A-474D-2A986C437E5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38FE20E-42DD-4E20-A81C-2FB7D653B33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723B834-4CB8-331D-C6CC-1CF96A1CA5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B9B8E66-8DA9-2CD2-AAE9-235C33E6A497}"/>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929F1973-83C8-00C9-7C78-C28C53CAFF64}"/>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E9E9CD6-F35B-9BD9-3EEC-09F8DD7CC92C}"/>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21501948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443E9-36FC-D45D-969F-F472E5ED3003}"/>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31A37184-9F5C-A3BB-40C1-E7FDA44C48F3}"/>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920F08F-8DDE-9618-AF7B-88CAE2966C10}"/>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C52C23B7-DA18-D9B9-3F4F-E2C54B629F7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827E0C-7F85-020D-441A-B54573853A98}"/>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11315690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BBC247E-5238-ADD4-98D1-AC8DE4BF7F1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1EA3C0C-484B-ED40-65C4-F374C756505D}"/>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3953F06-57F5-3687-9D11-96F7A6082930}"/>
              </a:ext>
            </a:extLst>
          </p:cNvPr>
          <p:cNvSpPr>
            <a:spLocks noGrp="1"/>
          </p:cNvSpPr>
          <p:nvPr>
            <p:ph type="dt" sz="half" idx="10"/>
          </p:nvPr>
        </p:nvSpPr>
        <p:spPr/>
        <p:txBody>
          <a:bodyPr/>
          <a:lstStyle/>
          <a:p>
            <a:fld id="{18B8FD53-BFE3-4177-80F3-C979596C130B}"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F5B9F6E7-C409-DCDA-1FFF-3B5A00E7862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4E19C4A-5ACF-FFF7-DFD1-FE3AC6D776AD}"/>
              </a:ext>
            </a:extLst>
          </p:cNvPr>
          <p:cNvSpPr>
            <a:spLocks noGrp="1"/>
          </p:cNvSpPr>
          <p:nvPr>
            <p:ph type="sldNum" sz="quarter" idx="12"/>
          </p:nvPr>
        </p:nvSpPr>
        <p:spPr/>
        <p:txBody>
          <a:body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1594606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0FCE468D-E593-EA12-98A7-DEBD6D7038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268E113D-B6F7-6F1F-6C65-EA9F2F420C9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FCEC06F-61C2-5E18-B261-5591197230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B8FD53-BFE3-4177-80F3-C979596C130B}"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57ABE411-D284-7383-5D43-F343F7E4C6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C156E00A-1DAD-4A6F-7D52-E4250450F1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C23E28-F816-4B70-9BAC-36E974E05FD1}" type="slidenum">
              <a:rPr lang="zh-CN" altLang="en-US" smtClean="0"/>
              <a:t>‹#›</a:t>
            </a:fld>
            <a:endParaRPr lang="zh-CN" altLang="en-US"/>
          </a:p>
        </p:txBody>
      </p:sp>
    </p:spTree>
    <p:extLst>
      <p:ext uri="{BB962C8B-B14F-4D97-AF65-F5344CB8AC3E}">
        <p14:creationId xmlns:p14="http://schemas.microsoft.com/office/powerpoint/2010/main" val="7674876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examiner_check.p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github.com/Haoyi-Zhang/WatermarkScope/blob/main/scripts/examiner_check.py" TargetMode="External"/><Relationship Id="rId3" Type="http://schemas.openxmlformats.org/officeDocument/2006/relationships/image" Target="../media/image3.jpeg"/><Relationship Id="rId7" Type="http://schemas.openxmlformats.org/officeDocument/2006/relationships/hyperlink" Target="https://github.com/Haoyi-Zhang/WatermarkScope/blob/main/RESULT_MANIFEST.jsonl"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github.com/Haoyi-Zhang/WatermarkScope/blob/main/docs/TRACEABILITY_MATRIX.md" TargetMode="External"/><Relationship Id="rId5" Type="http://schemas.openxmlformats.org/officeDocument/2006/relationships/hyperlink" Target="https://github.com/Haoyi-Zhang/WatermarkScope/blob/main/CLAIM_BOUNDARIES.md" TargetMode="External"/><Relationship Id="rId4" Type="http://schemas.openxmlformats.org/officeDocument/2006/relationships/hyperlink" Target="https://haoyi-zhang.github.io/WatermarkScop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5752A4E-74A5-FFBB-F2E3-BC347E8FAB94}"/>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1EF50810-8B00-3A8A-06A8-D139CF8AD74D}"/>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01ADDFCB-3412-4FA3-CE83-E2F0B0298E9B}"/>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6B4B6735-743B-BC3D-C170-70E3C6C4A5D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kicker">
            <a:extLst>
              <a:ext uri="{FF2B5EF4-FFF2-40B4-BE49-F238E27FC236}">
                <a16:creationId xmlns:a16="http://schemas.microsoft.com/office/drawing/2014/main" id="{42B53BC7-ED8F-0970-D87F-77DC98911D8E}"/>
              </a:ext>
            </a:extLst>
          </p:cNvPr>
          <p:cNvSpPr txBox="1"/>
          <p:nvPr/>
        </p:nvSpPr>
        <p:spPr>
          <a:xfrm>
            <a:off x="5003800" y="990600"/>
            <a:ext cx="4572000" cy="276999"/>
          </a:xfrm>
          <a:prstGeom prst="rect">
            <a:avLst/>
          </a:prstGeom>
          <a:noFill/>
        </p:spPr>
        <p:txBody>
          <a:bodyPr vert="horz" wrap="square" lIns="0" tIns="0" rIns="0" bIns="0" rtlCol="0">
            <a:noAutofit/>
          </a:bodyPr>
          <a:lstStyle/>
          <a:p>
            <a:r>
              <a:rPr lang="en-US" altLang="zh-CN" sz="800" b="1">
                <a:solidFill>
                  <a:srgbClr val="C2DCFA"/>
                </a:solidFill>
                <a:latin typeface="Aptos" panose="020B0004020202020204" pitchFamily="34" charset="0"/>
              </a:rPr>
              <a:t>FINAL YEAR PROJECT VIVA</a:t>
            </a:r>
            <a:endParaRPr lang="zh-CN" altLang="en-US" sz="800" b="1">
              <a:solidFill>
                <a:srgbClr val="C2DCFA"/>
              </a:solidFill>
              <a:latin typeface="Aptos" panose="020B0004020202020204" pitchFamily="34" charset="0"/>
            </a:endParaRPr>
          </a:p>
        </p:txBody>
      </p:sp>
      <p:sp>
        <p:nvSpPr>
          <p:cNvPr id="8" name="h1">
            <a:extLst>
              <a:ext uri="{FF2B5EF4-FFF2-40B4-BE49-F238E27FC236}">
                <a16:creationId xmlns:a16="http://schemas.microsoft.com/office/drawing/2014/main" id="{607AA236-8DD0-5F72-6041-038718B0B581}"/>
              </a:ext>
            </a:extLst>
          </p:cNvPr>
          <p:cNvSpPr txBox="1"/>
          <p:nvPr/>
        </p:nvSpPr>
        <p:spPr>
          <a:xfrm>
            <a:off x="5003800" y="1371600"/>
            <a:ext cx="6223000" cy="276999"/>
          </a:xfrm>
          <a:prstGeom prst="rect">
            <a:avLst/>
          </a:prstGeom>
          <a:noFill/>
        </p:spPr>
        <p:txBody>
          <a:bodyPr vert="horz" wrap="square" lIns="0" tIns="0" rIns="0" bIns="0" rtlCol="0">
            <a:noAutofit/>
          </a:bodyPr>
          <a:lstStyle/>
          <a:p>
            <a:r>
              <a:rPr lang="en-US" altLang="zh-CN" sz="4800" b="1">
                <a:solidFill>
                  <a:srgbClr val="FFFFFF"/>
                </a:solidFill>
                <a:latin typeface="Aptos" panose="020B0004020202020204" pitchFamily="34" charset="0"/>
              </a:rPr>
              <a:t>WatermarkScope</a:t>
            </a:r>
            <a:endParaRPr lang="zh-CN" altLang="en-US" sz="4800" b="1">
              <a:solidFill>
                <a:srgbClr val="FFFFFF"/>
              </a:solidFill>
              <a:latin typeface="Aptos" panose="020B0004020202020204" pitchFamily="34" charset="0"/>
            </a:endParaRPr>
          </a:p>
        </p:txBody>
      </p:sp>
      <p:sp>
        <p:nvSpPr>
          <p:cNvPr id="9" name="sub">
            <a:extLst>
              <a:ext uri="{FF2B5EF4-FFF2-40B4-BE49-F238E27FC236}">
                <a16:creationId xmlns:a16="http://schemas.microsoft.com/office/drawing/2014/main" id="{4CD0D192-5040-2895-3E2C-0FEB488C2B5B}"/>
              </a:ext>
            </a:extLst>
          </p:cNvPr>
          <p:cNvSpPr txBox="1"/>
          <p:nvPr/>
        </p:nvSpPr>
        <p:spPr>
          <a:xfrm>
            <a:off x="5054600" y="2387600"/>
            <a:ext cx="57785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A benchmark-to-audit framework for source-code watermarking in code generation models.</a:t>
            </a:r>
            <a:endParaRPr lang="zh-CN" altLang="en-US" sz="1850" b="1">
              <a:solidFill>
                <a:srgbClr val="FFFFFF"/>
              </a:solidFill>
              <a:latin typeface="Aptos" panose="020B0004020202020204" pitchFamily="34" charset="0"/>
            </a:endParaRPr>
          </a:p>
        </p:txBody>
      </p:sp>
      <p:cxnSp>
        <p:nvCxnSpPr>
          <p:cNvPr id="10" name="rule">
            <a:extLst>
              <a:ext uri="{FF2B5EF4-FFF2-40B4-BE49-F238E27FC236}">
                <a16:creationId xmlns:a16="http://schemas.microsoft.com/office/drawing/2014/main" id="{4E136855-FB3E-9583-98D2-6D199CFBDE51}"/>
              </a:ext>
            </a:extLst>
          </p:cNvPr>
          <p:cNvCxnSpPr/>
          <p:nvPr/>
        </p:nvCxnSpPr>
        <p:spPr>
          <a:xfrm>
            <a:off x="5054600" y="3327400"/>
            <a:ext cx="56388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1" name="thesis">
            <a:extLst>
              <a:ext uri="{FF2B5EF4-FFF2-40B4-BE49-F238E27FC236}">
                <a16:creationId xmlns:a16="http://schemas.microsoft.com/office/drawing/2014/main" id="{4629BEE8-B492-DCD5-D963-711F032166A9}"/>
              </a:ext>
            </a:extLst>
          </p:cNvPr>
          <p:cNvSpPr txBox="1"/>
          <p:nvPr/>
        </p:nvSpPr>
        <p:spPr>
          <a:xfrm>
            <a:off x="5054600" y="3810000"/>
            <a:ext cx="54610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Watermark evidence needs a claim boundary before it can support a claim.</a:t>
            </a:r>
            <a:endParaRPr lang="zh-CN" altLang="en-US" sz="1850" b="1">
              <a:solidFill>
                <a:srgbClr val="FFFFFF"/>
              </a:solidFill>
              <a:latin typeface="Aptos" panose="020B0004020202020204" pitchFamily="34" charset="0"/>
            </a:endParaRPr>
          </a:p>
        </p:txBody>
      </p:sp>
      <p:sp>
        <p:nvSpPr>
          <p:cNvPr id="12" name="meta">
            <a:extLst>
              <a:ext uri="{FF2B5EF4-FFF2-40B4-BE49-F238E27FC236}">
                <a16:creationId xmlns:a16="http://schemas.microsoft.com/office/drawing/2014/main" id="{D7F516BB-5CAD-3226-4DC1-9CD6A38FF60C}"/>
              </a:ext>
            </a:extLst>
          </p:cNvPr>
          <p:cNvSpPr txBox="1"/>
          <p:nvPr/>
        </p:nvSpPr>
        <p:spPr>
          <a:xfrm>
            <a:off x="5054600" y="5029200"/>
            <a:ext cx="4953000" cy="276999"/>
          </a:xfrm>
          <a:prstGeom prst="rect">
            <a:avLst/>
          </a:prstGeom>
          <a:noFill/>
        </p:spPr>
        <p:txBody>
          <a:bodyPr vert="horz" wrap="square" lIns="0" tIns="0" rIns="0" bIns="0" rtlCol="0">
            <a:noAutofit/>
          </a:bodyPr>
          <a:lstStyle/>
          <a:p>
            <a:r>
              <a:rPr lang="en-US" altLang="zh-CN" sz="920">
                <a:solidFill>
                  <a:srgbClr val="D6E5FA"/>
                </a:solidFill>
                <a:latin typeface="Aptos" panose="020B0004020202020204" pitchFamily="34" charset="0"/>
              </a:rPr>
              <a:t>Haoyi Zhang | 2254912
Supervisor: Md Maruf Hasan
Viva: 21 May 2026</a:t>
            </a:r>
            <a:endParaRPr lang="zh-CN" altLang="en-US" sz="920">
              <a:solidFill>
                <a:srgbClr val="D6E5FA"/>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AB55CD21-FABA-2AFB-EDB9-8A40BA1EFA6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 y="1168400"/>
            <a:ext cx="1219200" cy="1219200"/>
          </a:xfrm>
          <a:prstGeom prst="rect">
            <a:avLst/>
          </a:prstGeom>
        </p:spPr>
      </p:pic>
      <p:sp>
        <p:nvSpPr>
          <p:cNvPr id="15" name="artifact">
            <a:extLst>
              <a:ext uri="{FF2B5EF4-FFF2-40B4-BE49-F238E27FC236}">
                <a16:creationId xmlns:a16="http://schemas.microsoft.com/office/drawing/2014/main" id="{0C5710E3-DD66-389C-3935-5E5B8F1B0017}"/>
              </a:ext>
            </a:extLst>
          </p:cNvPr>
          <p:cNvSpPr txBox="1"/>
          <p:nvPr/>
        </p:nvSpPr>
        <p:spPr>
          <a:xfrm>
            <a:off x="914400" y="2667000"/>
            <a:ext cx="2133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Artifact access</a:t>
            </a:r>
            <a:endParaRPr lang="zh-CN" altLang="en-US" sz="820" b="1">
              <a:solidFill>
                <a:srgbClr val="FFFFFF"/>
              </a:solidFill>
              <a:latin typeface="Aptos" panose="020B0004020202020204" pitchFamily="34" charset="0"/>
            </a:endParaRPr>
          </a:p>
        </p:txBody>
      </p:sp>
      <p:sp>
        <p:nvSpPr>
          <p:cNvPr id="16" name="artifact2">
            <a:extLst>
              <a:ext uri="{FF2B5EF4-FFF2-40B4-BE49-F238E27FC236}">
                <a16:creationId xmlns:a16="http://schemas.microsoft.com/office/drawing/2014/main" id="{37C29B89-636E-175E-C4E2-227EF017AE5D}"/>
              </a:ext>
            </a:extLst>
          </p:cNvPr>
          <p:cNvSpPr txBox="1"/>
          <p:nvPr/>
        </p:nvSpPr>
        <p:spPr>
          <a:xfrm>
            <a:off x="914400" y="2984500"/>
            <a:ext cx="2336800" cy="276999"/>
          </a:xfrm>
          <a:prstGeom prst="rect">
            <a:avLst/>
          </a:prstGeom>
          <a:noFill/>
        </p:spPr>
        <p:txBody>
          <a:bodyPr vert="horz" wrap="square" lIns="0" tIns="0" rIns="0" bIns="0" rtlCol="0">
            <a:noAutofit/>
          </a:bodyPr>
          <a:lstStyle/>
          <a:p>
            <a:r>
              <a:rPr lang="en-US" altLang="zh-CN" sz="810">
                <a:solidFill>
                  <a:srgbClr val="D6E5FA"/>
                </a:solidFill>
                <a:latin typeface="Aptos" panose="020B0004020202020204" pitchFamily="34" charset="0"/>
              </a:rPr>
              <a:t>Project page, repository, claim boundaries, and viva materials.</a:t>
            </a:r>
            <a:endParaRPr lang="zh-CN" altLang="en-US" sz="810">
              <a:solidFill>
                <a:srgbClr val="D6E5FA"/>
              </a:solidFill>
              <a:latin typeface="Aptos" panose="020B0004020202020204" pitchFamily="34" charset="0"/>
            </a:endParaRPr>
          </a:p>
        </p:txBody>
      </p:sp>
      <p:sp>
        <p:nvSpPr>
          <p:cNvPr id="17" name="cover-page">
            <a:hlinkClick r:id="rId4"/>
            <a:extLst>
              <a:ext uri="{FF2B5EF4-FFF2-40B4-BE49-F238E27FC236}">
                <a16:creationId xmlns:a16="http://schemas.microsoft.com/office/drawing/2014/main" id="{86FCED7B-47C8-420D-F984-BA8DAA6CDC46}"/>
              </a:ext>
            </a:extLst>
          </p:cNvPr>
          <p:cNvSpPr/>
          <p:nvPr/>
        </p:nvSpPr>
        <p:spPr>
          <a:xfrm>
            <a:off x="914400" y="37846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cover-repo">
            <a:hlinkClick r:id="rId6"/>
            <a:extLst>
              <a:ext uri="{FF2B5EF4-FFF2-40B4-BE49-F238E27FC236}">
                <a16:creationId xmlns:a16="http://schemas.microsoft.com/office/drawing/2014/main" id="{8CC961D7-417F-9D5A-CB8D-DA0AEAD3355E}"/>
              </a:ext>
            </a:extLst>
          </p:cNvPr>
          <p:cNvSpPr/>
          <p:nvPr/>
        </p:nvSpPr>
        <p:spPr>
          <a:xfrm>
            <a:off x="2159000" y="37846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9" name="cover-flow-0">
            <a:extLst>
              <a:ext uri="{FF2B5EF4-FFF2-40B4-BE49-F238E27FC236}">
                <a16:creationId xmlns:a16="http://schemas.microsoft.com/office/drawing/2014/main" id="{7F3A0768-B531-53A9-7313-352425349568}"/>
              </a:ext>
            </a:extLst>
          </p:cNvPr>
          <p:cNvSpPr/>
          <p:nvPr/>
        </p:nvSpPr>
        <p:spPr>
          <a:xfrm>
            <a:off x="914400" y="4724400"/>
            <a:ext cx="5842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over-flow-n-0">
            <a:extLst>
              <a:ext uri="{FF2B5EF4-FFF2-40B4-BE49-F238E27FC236}">
                <a16:creationId xmlns:a16="http://schemas.microsoft.com/office/drawing/2014/main" id="{7AE01408-4A6B-1738-E3B7-EE3BD42D65B4}"/>
              </a:ext>
            </a:extLst>
          </p:cNvPr>
          <p:cNvSpPr txBox="1"/>
          <p:nvPr/>
        </p:nvSpPr>
        <p:spPr>
          <a:xfrm>
            <a:off x="11049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01</a:t>
            </a:r>
            <a:endParaRPr lang="zh-CN" altLang="en-US" sz="700" b="1">
              <a:solidFill>
                <a:srgbClr val="FFFFFF"/>
              </a:solidFill>
              <a:latin typeface="Aptos" panose="020B0004020202020204" pitchFamily="34" charset="0"/>
            </a:endParaRPr>
          </a:p>
        </p:txBody>
      </p:sp>
      <p:sp>
        <p:nvSpPr>
          <p:cNvPr id="21" name="cover-flow-t-0">
            <a:extLst>
              <a:ext uri="{FF2B5EF4-FFF2-40B4-BE49-F238E27FC236}">
                <a16:creationId xmlns:a16="http://schemas.microsoft.com/office/drawing/2014/main" id="{DB1B2700-4908-A35B-9BBB-9BED75180A08}"/>
              </a:ext>
            </a:extLst>
          </p:cNvPr>
          <p:cNvSpPr txBox="1"/>
          <p:nvPr/>
        </p:nvSpPr>
        <p:spPr>
          <a:xfrm>
            <a:off x="8890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Admit</a:t>
            </a:r>
            <a:endParaRPr lang="zh-CN" altLang="en-US" sz="620" b="1">
              <a:solidFill>
                <a:srgbClr val="D6E5FA"/>
              </a:solidFill>
              <a:latin typeface="Aptos" panose="020B0004020202020204" pitchFamily="34" charset="0"/>
            </a:endParaRPr>
          </a:p>
        </p:txBody>
      </p:sp>
      <p:cxnSp>
        <p:nvCxnSpPr>
          <p:cNvPr id="22" name="cover-flow-a-0">
            <a:extLst>
              <a:ext uri="{FF2B5EF4-FFF2-40B4-BE49-F238E27FC236}">
                <a16:creationId xmlns:a16="http://schemas.microsoft.com/office/drawing/2014/main" id="{D157A520-2167-2E46-6327-B63FC4D7383C}"/>
              </a:ext>
            </a:extLst>
          </p:cNvPr>
          <p:cNvCxnSpPr/>
          <p:nvPr/>
        </p:nvCxnSpPr>
        <p:spPr>
          <a:xfrm>
            <a:off x="15240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3" name="cover-flow-1">
            <a:extLst>
              <a:ext uri="{FF2B5EF4-FFF2-40B4-BE49-F238E27FC236}">
                <a16:creationId xmlns:a16="http://schemas.microsoft.com/office/drawing/2014/main" id="{6BB0BA7A-C35E-EED3-219E-6F699043564D}"/>
              </a:ext>
            </a:extLst>
          </p:cNvPr>
          <p:cNvSpPr/>
          <p:nvPr/>
        </p:nvSpPr>
        <p:spPr>
          <a:xfrm>
            <a:off x="1727200" y="4724400"/>
            <a:ext cx="584200" cy="5842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over-flow-n-1">
            <a:extLst>
              <a:ext uri="{FF2B5EF4-FFF2-40B4-BE49-F238E27FC236}">
                <a16:creationId xmlns:a16="http://schemas.microsoft.com/office/drawing/2014/main" id="{EA495E06-371B-1B51-B29E-E66B3AFC62AA}"/>
              </a:ext>
            </a:extLst>
          </p:cNvPr>
          <p:cNvSpPr txBox="1"/>
          <p:nvPr/>
        </p:nvSpPr>
        <p:spPr>
          <a:xfrm>
            <a:off x="19177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02</a:t>
            </a:r>
            <a:endParaRPr lang="zh-CN" altLang="en-US" sz="700" b="1">
              <a:solidFill>
                <a:srgbClr val="FFFFFF"/>
              </a:solidFill>
              <a:latin typeface="Aptos" panose="020B0004020202020204" pitchFamily="34" charset="0"/>
            </a:endParaRPr>
          </a:p>
        </p:txBody>
      </p:sp>
      <p:sp>
        <p:nvSpPr>
          <p:cNvPr id="25" name="cover-flow-t-1">
            <a:extLst>
              <a:ext uri="{FF2B5EF4-FFF2-40B4-BE49-F238E27FC236}">
                <a16:creationId xmlns:a16="http://schemas.microsoft.com/office/drawing/2014/main" id="{95116CB5-2953-F8BE-C9D3-3AB5E7541733}"/>
              </a:ext>
            </a:extLst>
          </p:cNvPr>
          <p:cNvSpPr txBox="1"/>
          <p:nvPr/>
        </p:nvSpPr>
        <p:spPr>
          <a:xfrm>
            <a:off x="17018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Control</a:t>
            </a:r>
            <a:endParaRPr lang="zh-CN" altLang="en-US" sz="620" b="1">
              <a:solidFill>
                <a:srgbClr val="D6E5FA"/>
              </a:solidFill>
              <a:latin typeface="Aptos" panose="020B0004020202020204" pitchFamily="34" charset="0"/>
            </a:endParaRPr>
          </a:p>
        </p:txBody>
      </p:sp>
      <p:cxnSp>
        <p:nvCxnSpPr>
          <p:cNvPr id="26" name="cover-flow-a-1">
            <a:extLst>
              <a:ext uri="{FF2B5EF4-FFF2-40B4-BE49-F238E27FC236}">
                <a16:creationId xmlns:a16="http://schemas.microsoft.com/office/drawing/2014/main" id="{56F8CC12-22CE-3831-B787-2618225E66C6}"/>
              </a:ext>
            </a:extLst>
          </p:cNvPr>
          <p:cNvCxnSpPr/>
          <p:nvPr/>
        </p:nvCxnSpPr>
        <p:spPr>
          <a:xfrm>
            <a:off x="23368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7" name="cover-flow-2">
            <a:extLst>
              <a:ext uri="{FF2B5EF4-FFF2-40B4-BE49-F238E27FC236}">
                <a16:creationId xmlns:a16="http://schemas.microsoft.com/office/drawing/2014/main" id="{1326C273-5012-0910-B762-32FEDC823932}"/>
              </a:ext>
            </a:extLst>
          </p:cNvPr>
          <p:cNvSpPr/>
          <p:nvPr/>
        </p:nvSpPr>
        <p:spPr>
          <a:xfrm>
            <a:off x="2540000" y="4724400"/>
            <a:ext cx="5842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over-flow-n-2">
            <a:extLst>
              <a:ext uri="{FF2B5EF4-FFF2-40B4-BE49-F238E27FC236}">
                <a16:creationId xmlns:a16="http://schemas.microsoft.com/office/drawing/2014/main" id="{6C898180-703E-D4DE-EAE9-D7CA309D966C}"/>
              </a:ext>
            </a:extLst>
          </p:cNvPr>
          <p:cNvSpPr txBox="1"/>
          <p:nvPr/>
        </p:nvSpPr>
        <p:spPr>
          <a:xfrm>
            <a:off x="27305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03</a:t>
            </a:r>
            <a:endParaRPr lang="zh-CN" altLang="en-US" sz="700" b="1">
              <a:solidFill>
                <a:srgbClr val="FFFFFF"/>
              </a:solidFill>
              <a:latin typeface="Aptos" panose="020B0004020202020204" pitchFamily="34" charset="0"/>
            </a:endParaRPr>
          </a:p>
        </p:txBody>
      </p:sp>
      <p:sp>
        <p:nvSpPr>
          <p:cNvPr id="29" name="cover-flow-t-2">
            <a:extLst>
              <a:ext uri="{FF2B5EF4-FFF2-40B4-BE49-F238E27FC236}">
                <a16:creationId xmlns:a16="http://schemas.microsoft.com/office/drawing/2014/main" id="{EA49D769-B475-B411-0B02-BDA9BB1CD8C3}"/>
              </a:ext>
            </a:extLst>
          </p:cNvPr>
          <p:cNvSpPr txBox="1"/>
          <p:nvPr/>
        </p:nvSpPr>
        <p:spPr>
          <a:xfrm>
            <a:off x="25146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Hash</a:t>
            </a:r>
            <a:endParaRPr lang="zh-CN" altLang="en-US" sz="620" b="1">
              <a:solidFill>
                <a:srgbClr val="D6E5FA"/>
              </a:solidFill>
              <a:latin typeface="Aptos" panose="020B0004020202020204" pitchFamily="34" charset="0"/>
            </a:endParaRPr>
          </a:p>
        </p:txBody>
      </p:sp>
      <p:cxnSp>
        <p:nvCxnSpPr>
          <p:cNvPr id="30" name="cover-flow-a-2">
            <a:extLst>
              <a:ext uri="{FF2B5EF4-FFF2-40B4-BE49-F238E27FC236}">
                <a16:creationId xmlns:a16="http://schemas.microsoft.com/office/drawing/2014/main" id="{E13258C8-683F-88A5-159E-190D5BD1353A}"/>
              </a:ext>
            </a:extLst>
          </p:cNvPr>
          <p:cNvCxnSpPr/>
          <p:nvPr/>
        </p:nvCxnSpPr>
        <p:spPr>
          <a:xfrm>
            <a:off x="31496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31" name="cover-flow-3">
            <a:extLst>
              <a:ext uri="{FF2B5EF4-FFF2-40B4-BE49-F238E27FC236}">
                <a16:creationId xmlns:a16="http://schemas.microsoft.com/office/drawing/2014/main" id="{55AA4236-C6C7-7CAF-A544-849835F51C33}"/>
              </a:ext>
            </a:extLst>
          </p:cNvPr>
          <p:cNvSpPr/>
          <p:nvPr/>
        </p:nvSpPr>
        <p:spPr>
          <a:xfrm>
            <a:off x="3352800" y="4724400"/>
            <a:ext cx="5842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cover-flow-n-3">
            <a:extLst>
              <a:ext uri="{FF2B5EF4-FFF2-40B4-BE49-F238E27FC236}">
                <a16:creationId xmlns:a16="http://schemas.microsoft.com/office/drawing/2014/main" id="{86343A3F-0A2D-C9AE-313C-A99304644E10}"/>
              </a:ext>
            </a:extLst>
          </p:cNvPr>
          <p:cNvSpPr txBox="1"/>
          <p:nvPr/>
        </p:nvSpPr>
        <p:spPr>
          <a:xfrm>
            <a:off x="35433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04</a:t>
            </a:r>
            <a:endParaRPr lang="zh-CN" altLang="en-US" sz="700" b="1">
              <a:solidFill>
                <a:srgbClr val="FFFFFF"/>
              </a:solidFill>
              <a:latin typeface="Aptos" panose="020B0004020202020204" pitchFamily="34" charset="0"/>
            </a:endParaRPr>
          </a:p>
        </p:txBody>
      </p:sp>
      <p:sp>
        <p:nvSpPr>
          <p:cNvPr id="33" name="cover-flow-t-3">
            <a:extLst>
              <a:ext uri="{FF2B5EF4-FFF2-40B4-BE49-F238E27FC236}">
                <a16:creationId xmlns:a16="http://schemas.microsoft.com/office/drawing/2014/main" id="{E68A46C0-0D3E-358E-D557-00950C59D99F}"/>
              </a:ext>
            </a:extLst>
          </p:cNvPr>
          <p:cNvSpPr txBox="1"/>
          <p:nvPr/>
        </p:nvSpPr>
        <p:spPr>
          <a:xfrm>
            <a:off x="33274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Claim</a:t>
            </a:r>
            <a:endParaRPr lang="zh-CN" altLang="en-US" sz="620" b="1">
              <a:solidFill>
                <a:srgbClr val="D6E5FA"/>
              </a:solidFill>
              <a:latin typeface="Aptos" panose="020B0004020202020204" pitchFamily="34" charset="0"/>
            </a:endParaRPr>
          </a:p>
        </p:txBody>
      </p:sp>
      <p:sp>
        <p:nvSpPr>
          <p:cNvPr id="34" name="footer-hit-1">
            <a:hlinkClick r:id="rId4"/>
            <a:extLst>
              <a:ext uri="{FF2B5EF4-FFF2-40B4-BE49-F238E27FC236}">
                <a16:creationId xmlns:a16="http://schemas.microsoft.com/office/drawing/2014/main" id="{08BFABDF-31F9-DC5B-FFD4-808063F05FDE}"/>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3092447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P spid="21" grpId="0"/>
      <p:bldP spid="23" grpId="0" animBg="1"/>
      <p:bldP spid="24" grpId="0"/>
      <p:bldP spid="25" grpId="0"/>
      <p:bldP spid="27" grpId="0" animBg="1"/>
      <p:bldP spid="28" grpId="0"/>
      <p:bldP spid="29" grpId="0"/>
      <p:bldP spid="31" grpId="0" animBg="1"/>
      <p:bldP spid="32" grpId="0"/>
      <p:bldP spid="3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E71893DA-40A7-C95E-F871-0A7CCE9617CC}"/>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78637513-A525-64E1-9E5B-EB657CC68D96}"/>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8B2CEE3-5EDA-1C70-83AD-9B441948ED99}"/>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71B5E526-B9A7-564D-205D-AA81089D36C2}"/>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PROBLEM</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911187FC-27D1-1E43-6F0F-A35D9F9128C6}"/>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658607F1-CEB1-2991-AB06-095D1D913C90}"/>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7931C5B6-542C-6C95-BDD5-028D2E02D4C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98ACC8A1-A9E4-3813-F1FE-E0BDA8B3B63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EFB86DC7-96BB-EED9-1946-40EA8AC75C09}"/>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Generated code leaves the clean lab setting.</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FA0DE858-7ADA-C502-5494-28DC5D741802}"/>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useful question is not whether a detector fires, but what evidence survives after code movement.</a:t>
            </a:r>
            <a:endParaRPr lang="zh-CN" altLang="en-US" sz="930">
              <a:solidFill>
                <a:srgbClr val="4A5B78"/>
              </a:solidFill>
              <a:latin typeface="Aptos" panose="020B0004020202020204" pitchFamily="34" charset="0"/>
            </a:endParaRPr>
          </a:p>
        </p:txBody>
      </p:sp>
      <p:sp>
        <p:nvSpPr>
          <p:cNvPr id="13" name="lab">
            <a:extLst>
              <a:ext uri="{FF2B5EF4-FFF2-40B4-BE49-F238E27FC236}">
                <a16:creationId xmlns:a16="http://schemas.microsoft.com/office/drawing/2014/main" id="{E4CB313C-520E-9474-0393-F9BD983470D7}"/>
              </a:ext>
            </a:extLst>
          </p:cNvPr>
          <p:cNvSpPr/>
          <p:nvPr/>
        </p:nvSpPr>
        <p:spPr>
          <a:xfrm>
            <a:off x="838200" y="1955800"/>
            <a:ext cx="3175000" cy="32766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k">
            <a:extLst>
              <a:ext uri="{FF2B5EF4-FFF2-40B4-BE49-F238E27FC236}">
                <a16:creationId xmlns:a16="http://schemas.microsoft.com/office/drawing/2014/main" id="{AA454583-962E-2B23-39A5-5FB3F902F663}"/>
              </a:ext>
            </a:extLst>
          </p:cNvPr>
          <p:cNvSpPr txBox="1"/>
          <p:nvPr/>
        </p:nvSpPr>
        <p:spPr>
          <a:xfrm>
            <a:off x="1168400" y="2286000"/>
            <a:ext cx="1905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clean generation session</a:t>
            </a:r>
            <a:endParaRPr lang="zh-CN" altLang="en-US" sz="780" b="1">
              <a:solidFill>
                <a:srgbClr val="A5C6EB"/>
              </a:solidFill>
              <a:latin typeface="Aptos" panose="020B0004020202020204" pitchFamily="34" charset="0"/>
            </a:endParaRPr>
          </a:p>
        </p:txBody>
      </p:sp>
      <p:sp>
        <p:nvSpPr>
          <p:cNvPr id="15" name="lab-code">
            <a:extLst>
              <a:ext uri="{FF2B5EF4-FFF2-40B4-BE49-F238E27FC236}">
                <a16:creationId xmlns:a16="http://schemas.microsoft.com/office/drawing/2014/main" id="{B2AB9745-EBBE-33DA-2C1C-998E4CA77F77}"/>
              </a:ext>
            </a:extLst>
          </p:cNvPr>
          <p:cNvSpPr txBox="1"/>
          <p:nvPr/>
        </p:nvSpPr>
        <p:spPr>
          <a:xfrm>
            <a:off x="1168400" y="2794000"/>
            <a:ext cx="2311400" cy="276999"/>
          </a:xfrm>
          <a:prstGeom prst="rect">
            <a:avLst/>
          </a:prstGeom>
          <a:noFill/>
        </p:spPr>
        <p:txBody>
          <a:bodyPr vert="horz" wrap="square" lIns="0" tIns="0" rIns="0" bIns="0" rtlCol="0">
            <a:noAutofit/>
          </a:bodyPr>
          <a:lstStyle/>
          <a:p>
            <a:r>
              <a:rPr lang="en-US" altLang="zh-CN" sz="1250">
                <a:solidFill>
                  <a:srgbClr val="FFFFFF"/>
                </a:solidFill>
                <a:latin typeface="Consolas" panose="020B0609020204030204" pitchFamily="49" charset="0"/>
              </a:rPr>
              <a:t>def normalize_name(s):
    y = s.strip().lower()
    return y.replace('_', '-')</a:t>
            </a:r>
            <a:endParaRPr lang="zh-CN" altLang="en-US" sz="1250">
              <a:solidFill>
                <a:srgbClr val="FFFFFF"/>
              </a:solidFill>
              <a:latin typeface="Consolas" panose="020B0609020204030204" pitchFamily="49" charset="0"/>
            </a:endParaRPr>
          </a:p>
        </p:txBody>
      </p:sp>
      <p:cxnSp>
        <p:nvCxnSpPr>
          <p:cNvPr id="16" name="lab-rule">
            <a:extLst>
              <a:ext uri="{FF2B5EF4-FFF2-40B4-BE49-F238E27FC236}">
                <a16:creationId xmlns:a16="http://schemas.microsoft.com/office/drawing/2014/main" id="{64A6A23F-FCC9-994A-EC94-26D2243C790A}"/>
              </a:ext>
            </a:extLst>
          </p:cNvPr>
          <p:cNvCxnSpPr/>
          <p:nvPr/>
        </p:nvCxnSpPr>
        <p:spPr>
          <a:xfrm>
            <a:off x="1168400" y="4038600"/>
            <a:ext cx="22860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7" name="lab-note">
            <a:extLst>
              <a:ext uri="{FF2B5EF4-FFF2-40B4-BE49-F238E27FC236}">
                <a16:creationId xmlns:a16="http://schemas.microsoft.com/office/drawing/2014/main" id="{03B2E50D-9EF3-3689-326C-8B66C263F513}"/>
              </a:ext>
            </a:extLst>
          </p:cNvPr>
          <p:cNvSpPr txBox="1"/>
          <p:nvPr/>
        </p:nvSpPr>
        <p:spPr>
          <a:xfrm>
            <a:off x="1168400" y="4318000"/>
            <a:ext cx="2336800" cy="276999"/>
          </a:xfrm>
          <a:prstGeom prst="rect">
            <a:avLst/>
          </a:prstGeom>
          <a:noFill/>
        </p:spPr>
        <p:txBody>
          <a:bodyPr vert="horz" wrap="square" lIns="0" tIns="0" rIns="0" bIns="0" rtlCol="0">
            <a:noAutofit/>
          </a:bodyPr>
          <a:lstStyle/>
          <a:p>
            <a:r>
              <a:rPr lang="en-US" altLang="zh-CN" sz="820">
                <a:solidFill>
                  <a:srgbClr val="C4D4E8"/>
                </a:solidFill>
                <a:latin typeface="Aptos" panose="020B0004020202020204" pitchFamily="34" charset="0"/>
              </a:rPr>
              <a:t>Watermark context, prompt context, and original model session are still close to the code.</a:t>
            </a:r>
            <a:endParaRPr lang="zh-CN" altLang="en-US" sz="820">
              <a:solidFill>
                <a:srgbClr val="C4D4E8"/>
              </a:solidFill>
              <a:latin typeface="Aptos" panose="020B0004020202020204" pitchFamily="34" charset="0"/>
            </a:endParaRPr>
          </a:p>
        </p:txBody>
      </p:sp>
      <p:cxnSp>
        <p:nvCxnSpPr>
          <p:cNvPr id="18" name="move-spine">
            <a:extLst>
              <a:ext uri="{FF2B5EF4-FFF2-40B4-BE49-F238E27FC236}">
                <a16:creationId xmlns:a16="http://schemas.microsoft.com/office/drawing/2014/main" id="{6AF80D8C-BA77-50E8-53A8-DCA23CD13931}"/>
              </a:ext>
            </a:extLst>
          </p:cNvPr>
          <p:cNvCxnSpPr/>
          <p:nvPr/>
        </p:nvCxnSpPr>
        <p:spPr>
          <a:xfrm>
            <a:off x="4394200" y="3238500"/>
            <a:ext cx="3581400" cy="0"/>
          </a:xfrm>
          <a:prstGeom prst="line">
            <a:avLst/>
          </a:prstGeom>
          <a:ln w="3048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move-0">
            <a:extLst>
              <a:ext uri="{FF2B5EF4-FFF2-40B4-BE49-F238E27FC236}">
                <a16:creationId xmlns:a16="http://schemas.microsoft.com/office/drawing/2014/main" id="{CCE3304B-7671-39BB-FEFC-F11736B8B315}"/>
              </a:ext>
            </a:extLst>
          </p:cNvPr>
          <p:cNvSpPr/>
          <p:nvPr/>
        </p:nvSpPr>
        <p:spPr>
          <a:xfrm>
            <a:off x="44958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move-top-0">
            <a:extLst>
              <a:ext uri="{FF2B5EF4-FFF2-40B4-BE49-F238E27FC236}">
                <a16:creationId xmlns:a16="http://schemas.microsoft.com/office/drawing/2014/main" id="{95A25034-F581-B305-17E4-EFB10ADAB497}"/>
              </a:ext>
            </a:extLst>
          </p:cNvPr>
          <p:cNvSpPr/>
          <p:nvPr/>
        </p:nvSpPr>
        <p:spPr>
          <a:xfrm>
            <a:off x="4495800" y="2667000"/>
            <a:ext cx="96520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move-t-0">
            <a:extLst>
              <a:ext uri="{FF2B5EF4-FFF2-40B4-BE49-F238E27FC236}">
                <a16:creationId xmlns:a16="http://schemas.microsoft.com/office/drawing/2014/main" id="{396672E9-0907-76C1-7440-5604426CAE11}"/>
              </a:ext>
            </a:extLst>
          </p:cNvPr>
          <p:cNvSpPr txBox="1"/>
          <p:nvPr/>
        </p:nvSpPr>
        <p:spPr>
          <a:xfrm>
            <a:off x="46736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copy</a:t>
            </a:r>
            <a:endParaRPr lang="zh-CN" altLang="en-US" sz="1080" b="1">
              <a:solidFill>
                <a:srgbClr val="071A3D"/>
              </a:solidFill>
              <a:latin typeface="Aptos" panose="020B0004020202020204" pitchFamily="34" charset="0"/>
            </a:endParaRPr>
          </a:p>
        </p:txBody>
      </p:sp>
      <p:sp>
        <p:nvSpPr>
          <p:cNvPr id="22" name="move-s-0">
            <a:extLst>
              <a:ext uri="{FF2B5EF4-FFF2-40B4-BE49-F238E27FC236}">
                <a16:creationId xmlns:a16="http://schemas.microsoft.com/office/drawing/2014/main" id="{B1601F77-225B-E977-4B1B-0DAC113F1FCA}"/>
              </a:ext>
            </a:extLst>
          </p:cNvPr>
          <p:cNvSpPr txBox="1"/>
          <p:nvPr/>
        </p:nvSpPr>
        <p:spPr>
          <a:xfrm>
            <a:off x="46736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new file</a:t>
            </a:r>
            <a:endParaRPr lang="zh-CN" altLang="en-US" sz="760">
              <a:solidFill>
                <a:srgbClr val="4A5B78"/>
              </a:solidFill>
              <a:latin typeface="Aptos" panose="020B0004020202020204" pitchFamily="34" charset="0"/>
            </a:endParaRPr>
          </a:p>
        </p:txBody>
      </p:sp>
      <p:cxnSp>
        <p:nvCxnSpPr>
          <p:cNvPr id="23" name="move-a-0">
            <a:extLst>
              <a:ext uri="{FF2B5EF4-FFF2-40B4-BE49-F238E27FC236}">
                <a16:creationId xmlns:a16="http://schemas.microsoft.com/office/drawing/2014/main" id="{0B4F071D-AB3E-D0D2-5E0D-DFF02538760F}"/>
              </a:ext>
            </a:extLst>
          </p:cNvPr>
          <p:cNvCxnSpPr/>
          <p:nvPr/>
        </p:nvCxnSpPr>
        <p:spPr>
          <a:xfrm>
            <a:off x="55118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4" name="move-1">
            <a:extLst>
              <a:ext uri="{FF2B5EF4-FFF2-40B4-BE49-F238E27FC236}">
                <a16:creationId xmlns:a16="http://schemas.microsoft.com/office/drawing/2014/main" id="{9CC1C713-7752-6782-2BBA-DF83272309FD}"/>
              </a:ext>
            </a:extLst>
          </p:cNvPr>
          <p:cNvSpPr/>
          <p:nvPr/>
        </p:nvSpPr>
        <p:spPr>
          <a:xfrm>
            <a:off x="57912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move-top-1">
            <a:extLst>
              <a:ext uri="{FF2B5EF4-FFF2-40B4-BE49-F238E27FC236}">
                <a16:creationId xmlns:a16="http://schemas.microsoft.com/office/drawing/2014/main" id="{572E190D-FDB1-969E-DDC2-6174BEB17997}"/>
              </a:ext>
            </a:extLst>
          </p:cNvPr>
          <p:cNvSpPr/>
          <p:nvPr/>
        </p:nvSpPr>
        <p:spPr>
          <a:xfrm>
            <a:off x="5791200" y="2667000"/>
            <a:ext cx="965200"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move-t-1">
            <a:extLst>
              <a:ext uri="{FF2B5EF4-FFF2-40B4-BE49-F238E27FC236}">
                <a16:creationId xmlns:a16="http://schemas.microsoft.com/office/drawing/2014/main" id="{77ABF7DD-831C-362B-AB0E-951581E610F3}"/>
              </a:ext>
            </a:extLst>
          </p:cNvPr>
          <p:cNvSpPr txBox="1"/>
          <p:nvPr/>
        </p:nvSpPr>
        <p:spPr>
          <a:xfrm>
            <a:off x="59690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edit</a:t>
            </a:r>
            <a:endParaRPr lang="zh-CN" altLang="en-US" sz="1080" b="1">
              <a:solidFill>
                <a:srgbClr val="071A3D"/>
              </a:solidFill>
              <a:latin typeface="Aptos" panose="020B0004020202020204" pitchFamily="34" charset="0"/>
            </a:endParaRPr>
          </a:p>
        </p:txBody>
      </p:sp>
      <p:sp>
        <p:nvSpPr>
          <p:cNvPr id="27" name="move-s-1">
            <a:extLst>
              <a:ext uri="{FF2B5EF4-FFF2-40B4-BE49-F238E27FC236}">
                <a16:creationId xmlns:a16="http://schemas.microsoft.com/office/drawing/2014/main" id="{5BE7E2CE-4B14-00D1-10F5-3D741EF90D79}"/>
              </a:ext>
            </a:extLst>
          </p:cNvPr>
          <p:cNvSpPr txBox="1"/>
          <p:nvPr/>
        </p:nvSpPr>
        <p:spPr>
          <a:xfrm>
            <a:off x="59690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human rewrite</a:t>
            </a:r>
            <a:endParaRPr lang="zh-CN" altLang="en-US" sz="760">
              <a:solidFill>
                <a:srgbClr val="4A5B78"/>
              </a:solidFill>
              <a:latin typeface="Aptos" panose="020B0004020202020204" pitchFamily="34" charset="0"/>
            </a:endParaRPr>
          </a:p>
        </p:txBody>
      </p:sp>
      <p:cxnSp>
        <p:nvCxnSpPr>
          <p:cNvPr id="28" name="move-a-1">
            <a:extLst>
              <a:ext uri="{FF2B5EF4-FFF2-40B4-BE49-F238E27FC236}">
                <a16:creationId xmlns:a16="http://schemas.microsoft.com/office/drawing/2014/main" id="{816BCDB6-6810-FBBD-0CFD-653B188C148D}"/>
              </a:ext>
            </a:extLst>
          </p:cNvPr>
          <p:cNvCxnSpPr/>
          <p:nvPr/>
        </p:nvCxnSpPr>
        <p:spPr>
          <a:xfrm>
            <a:off x="68072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9" name="move-2">
            <a:extLst>
              <a:ext uri="{FF2B5EF4-FFF2-40B4-BE49-F238E27FC236}">
                <a16:creationId xmlns:a16="http://schemas.microsoft.com/office/drawing/2014/main" id="{D7DE1901-222D-8023-33BE-81BE3836F38B}"/>
              </a:ext>
            </a:extLst>
          </p:cNvPr>
          <p:cNvSpPr/>
          <p:nvPr/>
        </p:nvSpPr>
        <p:spPr>
          <a:xfrm>
            <a:off x="70866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move-top-2">
            <a:extLst>
              <a:ext uri="{FF2B5EF4-FFF2-40B4-BE49-F238E27FC236}">
                <a16:creationId xmlns:a16="http://schemas.microsoft.com/office/drawing/2014/main" id="{F6F4F682-C9F9-71E0-6474-8906642BBC1E}"/>
              </a:ext>
            </a:extLst>
          </p:cNvPr>
          <p:cNvSpPr/>
          <p:nvPr/>
        </p:nvSpPr>
        <p:spPr>
          <a:xfrm>
            <a:off x="7086600" y="2667000"/>
            <a:ext cx="96520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move-t-2">
            <a:extLst>
              <a:ext uri="{FF2B5EF4-FFF2-40B4-BE49-F238E27FC236}">
                <a16:creationId xmlns:a16="http://schemas.microsoft.com/office/drawing/2014/main" id="{F282DF1D-EC5B-65CA-A177-6AFCE5E5B69D}"/>
              </a:ext>
            </a:extLst>
          </p:cNvPr>
          <p:cNvSpPr txBox="1"/>
          <p:nvPr/>
        </p:nvSpPr>
        <p:spPr>
          <a:xfrm>
            <a:off x="72644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reuse</a:t>
            </a:r>
            <a:endParaRPr lang="zh-CN" altLang="en-US" sz="1080" b="1">
              <a:solidFill>
                <a:srgbClr val="071A3D"/>
              </a:solidFill>
              <a:latin typeface="Aptos" panose="020B0004020202020204" pitchFamily="34" charset="0"/>
            </a:endParaRPr>
          </a:p>
        </p:txBody>
      </p:sp>
      <p:sp>
        <p:nvSpPr>
          <p:cNvPr id="32" name="move-s-2">
            <a:extLst>
              <a:ext uri="{FF2B5EF4-FFF2-40B4-BE49-F238E27FC236}">
                <a16:creationId xmlns:a16="http://schemas.microsoft.com/office/drawing/2014/main" id="{292918AF-C1F7-F2B9-C8F6-2470A9A8A34C}"/>
              </a:ext>
            </a:extLst>
          </p:cNvPr>
          <p:cNvSpPr txBox="1"/>
          <p:nvPr/>
        </p:nvSpPr>
        <p:spPr>
          <a:xfrm>
            <a:off x="72644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larger repo</a:t>
            </a:r>
            <a:endParaRPr lang="zh-CN" altLang="en-US" sz="760">
              <a:solidFill>
                <a:srgbClr val="4A5B78"/>
              </a:solidFill>
              <a:latin typeface="Aptos" panose="020B0004020202020204" pitchFamily="34" charset="0"/>
            </a:endParaRPr>
          </a:p>
        </p:txBody>
      </p:sp>
      <p:cxnSp>
        <p:nvCxnSpPr>
          <p:cNvPr id="33" name="audit-a">
            <a:extLst>
              <a:ext uri="{FF2B5EF4-FFF2-40B4-BE49-F238E27FC236}">
                <a16:creationId xmlns:a16="http://schemas.microsoft.com/office/drawing/2014/main" id="{52DBBCDD-9F71-B268-A2BF-DC98E5C88AF2}"/>
              </a:ext>
            </a:extLst>
          </p:cNvPr>
          <p:cNvCxnSpPr/>
          <p:nvPr/>
        </p:nvCxnSpPr>
        <p:spPr>
          <a:xfrm>
            <a:off x="8255000" y="3238500"/>
            <a:ext cx="6350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34" name="audit">
            <a:extLst>
              <a:ext uri="{FF2B5EF4-FFF2-40B4-BE49-F238E27FC236}">
                <a16:creationId xmlns:a16="http://schemas.microsoft.com/office/drawing/2014/main" id="{6176DE44-514C-108E-BD29-255A9C50D86D}"/>
              </a:ext>
            </a:extLst>
          </p:cNvPr>
          <p:cNvSpPr/>
          <p:nvPr/>
        </p:nvSpPr>
        <p:spPr>
          <a:xfrm>
            <a:off x="9093200" y="1955800"/>
            <a:ext cx="2260600" cy="3276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audit-k">
            <a:extLst>
              <a:ext uri="{FF2B5EF4-FFF2-40B4-BE49-F238E27FC236}">
                <a16:creationId xmlns:a16="http://schemas.microsoft.com/office/drawing/2014/main" id="{67DB6791-354C-71D0-FA44-9B2CCD22FCE5}"/>
              </a:ext>
            </a:extLst>
          </p:cNvPr>
          <p:cNvSpPr txBox="1"/>
          <p:nvPr/>
        </p:nvSpPr>
        <p:spPr>
          <a:xfrm>
            <a:off x="9423400" y="2336800"/>
            <a:ext cx="1397000" cy="276999"/>
          </a:xfrm>
          <a:prstGeom prst="rect">
            <a:avLst/>
          </a:prstGeom>
          <a:noFill/>
        </p:spPr>
        <p:txBody>
          <a:bodyPr vert="horz" wrap="square" lIns="0" tIns="0" rIns="0" bIns="0" rtlCol="0">
            <a:noAutofit/>
          </a:bodyPr>
          <a:lstStyle/>
          <a:p>
            <a:r>
              <a:rPr lang="en-US" altLang="zh-CN" sz="760" b="1">
                <a:solidFill>
                  <a:srgbClr val="003B7A"/>
                </a:solidFill>
                <a:latin typeface="Aptos" panose="020B0004020202020204" pitchFamily="34" charset="0"/>
              </a:rPr>
              <a:t>audit question</a:t>
            </a:r>
            <a:endParaRPr lang="zh-CN" altLang="en-US" sz="760" b="1">
              <a:solidFill>
                <a:srgbClr val="003B7A"/>
              </a:solidFill>
              <a:latin typeface="Aptos" panose="020B0004020202020204" pitchFamily="34" charset="0"/>
            </a:endParaRPr>
          </a:p>
        </p:txBody>
      </p:sp>
      <p:sp>
        <p:nvSpPr>
          <p:cNvPr id="36" name="audit-main">
            <a:extLst>
              <a:ext uri="{FF2B5EF4-FFF2-40B4-BE49-F238E27FC236}">
                <a16:creationId xmlns:a16="http://schemas.microsoft.com/office/drawing/2014/main" id="{15835179-7115-C7D0-CCF7-2A79B5B29C7E}"/>
              </a:ext>
            </a:extLst>
          </p:cNvPr>
          <p:cNvSpPr txBox="1"/>
          <p:nvPr/>
        </p:nvSpPr>
        <p:spPr>
          <a:xfrm>
            <a:off x="9423400" y="2794000"/>
            <a:ext cx="14732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What can still be claimed?</a:t>
            </a:r>
            <a:endParaRPr lang="zh-CN" altLang="en-US" sz="1900" b="1">
              <a:solidFill>
                <a:srgbClr val="071A3D"/>
              </a:solidFill>
              <a:latin typeface="Aptos" panose="020B0004020202020204" pitchFamily="34" charset="0"/>
            </a:endParaRPr>
          </a:p>
        </p:txBody>
      </p:sp>
      <p:sp>
        <p:nvSpPr>
          <p:cNvPr id="37" name="audit-dot-0">
            <a:extLst>
              <a:ext uri="{FF2B5EF4-FFF2-40B4-BE49-F238E27FC236}">
                <a16:creationId xmlns:a16="http://schemas.microsoft.com/office/drawing/2014/main" id="{E230D3BF-6428-7D30-7D6C-CC6467C38A93}"/>
              </a:ext>
            </a:extLst>
          </p:cNvPr>
          <p:cNvSpPr/>
          <p:nvPr/>
        </p:nvSpPr>
        <p:spPr>
          <a:xfrm>
            <a:off x="9423400" y="3886200"/>
            <a:ext cx="127000" cy="127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audit-q-0">
            <a:extLst>
              <a:ext uri="{FF2B5EF4-FFF2-40B4-BE49-F238E27FC236}">
                <a16:creationId xmlns:a16="http://schemas.microsoft.com/office/drawing/2014/main" id="{611E8D89-785E-E522-A6A7-502D15B4E7E8}"/>
              </a:ext>
            </a:extLst>
          </p:cNvPr>
          <p:cNvSpPr txBox="1"/>
          <p:nvPr/>
        </p:nvSpPr>
        <p:spPr>
          <a:xfrm>
            <a:off x="9702800" y="3873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denominator?</a:t>
            </a:r>
            <a:endParaRPr lang="zh-CN" altLang="en-US" sz="810" b="1">
              <a:solidFill>
                <a:srgbClr val="071A3D"/>
              </a:solidFill>
              <a:latin typeface="Aptos" panose="020B0004020202020204" pitchFamily="34" charset="0"/>
            </a:endParaRPr>
          </a:p>
        </p:txBody>
      </p:sp>
      <p:sp>
        <p:nvSpPr>
          <p:cNvPr id="39" name="audit-dot-1">
            <a:extLst>
              <a:ext uri="{FF2B5EF4-FFF2-40B4-BE49-F238E27FC236}">
                <a16:creationId xmlns:a16="http://schemas.microsoft.com/office/drawing/2014/main" id="{64801F3F-37A2-5499-7FBF-870F95D2187C}"/>
              </a:ext>
            </a:extLst>
          </p:cNvPr>
          <p:cNvSpPr/>
          <p:nvPr/>
        </p:nvSpPr>
        <p:spPr>
          <a:xfrm>
            <a:off x="9423400" y="4267200"/>
            <a:ext cx="127000" cy="127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audit-q-1">
            <a:extLst>
              <a:ext uri="{FF2B5EF4-FFF2-40B4-BE49-F238E27FC236}">
                <a16:creationId xmlns:a16="http://schemas.microsoft.com/office/drawing/2014/main" id="{52E8959E-13A6-AF7D-86A7-1F6D45D8D093}"/>
              </a:ext>
            </a:extLst>
          </p:cNvPr>
          <p:cNvSpPr txBox="1"/>
          <p:nvPr/>
        </p:nvSpPr>
        <p:spPr>
          <a:xfrm>
            <a:off x="9702800" y="4254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controls?</a:t>
            </a:r>
            <a:endParaRPr lang="zh-CN" altLang="en-US" sz="810" b="1">
              <a:solidFill>
                <a:srgbClr val="071A3D"/>
              </a:solidFill>
              <a:latin typeface="Aptos" panose="020B0004020202020204" pitchFamily="34" charset="0"/>
            </a:endParaRPr>
          </a:p>
        </p:txBody>
      </p:sp>
      <p:sp>
        <p:nvSpPr>
          <p:cNvPr id="41" name="audit-dot-2">
            <a:extLst>
              <a:ext uri="{FF2B5EF4-FFF2-40B4-BE49-F238E27FC236}">
                <a16:creationId xmlns:a16="http://schemas.microsoft.com/office/drawing/2014/main" id="{6295BE00-863B-4B36-A1B7-AF951D6CC20C}"/>
              </a:ext>
            </a:extLst>
          </p:cNvPr>
          <p:cNvSpPr/>
          <p:nvPr/>
        </p:nvSpPr>
        <p:spPr>
          <a:xfrm>
            <a:off x="9423400" y="4648200"/>
            <a:ext cx="127000" cy="127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audit-q-2">
            <a:extLst>
              <a:ext uri="{FF2B5EF4-FFF2-40B4-BE49-F238E27FC236}">
                <a16:creationId xmlns:a16="http://schemas.microsoft.com/office/drawing/2014/main" id="{BE95AC13-923A-5AAB-9403-4031B23D7552}"/>
              </a:ext>
            </a:extLst>
          </p:cNvPr>
          <p:cNvSpPr txBox="1"/>
          <p:nvPr/>
        </p:nvSpPr>
        <p:spPr>
          <a:xfrm>
            <a:off x="9702800" y="4635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boundary?</a:t>
            </a:r>
            <a:endParaRPr lang="zh-CN" altLang="en-US" sz="810" b="1">
              <a:solidFill>
                <a:srgbClr val="071A3D"/>
              </a:solidFill>
              <a:latin typeface="Aptos" panose="020B0004020202020204" pitchFamily="34" charset="0"/>
            </a:endParaRPr>
          </a:p>
        </p:txBody>
      </p:sp>
      <p:sp>
        <p:nvSpPr>
          <p:cNvPr id="43" name="question">
            <a:extLst>
              <a:ext uri="{FF2B5EF4-FFF2-40B4-BE49-F238E27FC236}">
                <a16:creationId xmlns:a16="http://schemas.microsoft.com/office/drawing/2014/main" id="{DC01D0D5-7F37-DD94-8240-9CABFAED36A0}"/>
              </a:ext>
            </a:extLst>
          </p:cNvPr>
          <p:cNvSpPr/>
          <p:nvPr/>
        </p:nvSpPr>
        <p:spPr>
          <a:xfrm>
            <a:off x="1854200" y="5486400"/>
            <a:ext cx="8483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question-t">
            <a:extLst>
              <a:ext uri="{FF2B5EF4-FFF2-40B4-BE49-F238E27FC236}">
                <a16:creationId xmlns:a16="http://schemas.microsoft.com/office/drawing/2014/main" id="{DABB4B8D-DE59-C760-2EF7-3D0F45C7AB43}"/>
              </a:ext>
            </a:extLst>
          </p:cNvPr>
          <p:cNvSpPr txBox="1"/>
          <p:nvPr/>
        </p:nvSpPr>
        <p:spPr>
          <a:xfrm>
            <a:off x="2235200" y="5613400"/>
            <a:ext cx="7721600" cy="276999"/>
          </a:xfrm>
          <a:prstGeom prst="rect">
            <a:avLst/>
          </a:prstGeom>
          <a:noFill/>
        </p:spPr>
        <p:txBody>
          <a:bodyPr vert="horz" wrap="square" lIns="0" tIns="0" rIns="0" bIns="0" rtlCol="0">
            <a:noAutofit/>
          </a:bodyPr>
          <a:lstStyle/>
          <a:p>
            <a:r>
              <a:rPr lang="en-US" altLang="zh-CN" sz="840" b="1">
                <a:solidFill>
                  <a:srgbClr val="071A3D"/>
                </a:solidFill>
                <a:latin typeface="Aptos" panose="020B0004020202020204" pitchFamily="34" charset="0"/>
              </a:rPr>
              <a:t>A watermark result becomes useful only after the surviving evidence is admitted.</a:t>
            </a:r>
            <a:endParaRPr lang="zh-CN" altLang="en-US" sz="840" b="1">
              <a:solidFill>
                <a:srgbClr val="071A3D"/>
              </a:solidFill>
              <a:latin typeface="Aptos" panose="020B0004020202020204" pitchFamily="34" charset="0"/>
            </a:endParaRPr>
          </a:p>
        </p:txBody>
      </p:sp>
      <p:sp>
        <p:nvSpPr>
          <p:cNvPr id="45" name="footer-hit-2">
            <a:hlinkClick r:id="rId4"/>
            <a:extLst>
              <a:ext uri="{FF2B5EF4-FFF2-40B4-BE49-F238E27FC236}">
                <a16:creationId xmlns:a16="http://schemas.microsoft.com/office/drawing/2014/main" id="{9A8DFC5F-6C08-6110-EF5B-4CE7663F93D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1596327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9" grpId="0" animBg="1"/>
      <p:bldP spid="20" grpId="0" animBg="1"/>
      <p:bldP spid="21" grpId="0"/>
      <p:bldP spid="22" grpId="0"/>
      <p:bldP spid="24" grpId="0" animBg="1"/>
      <p:bldP spid="25" grpId="0" animBg="1"/>
      <p:bldP spid="26" grpId="0"/>
      <p:bldP spid="27" grpId="0"/>
      <p:bldP spid="29" grpId="0" animBg="1"/>
      <p:bldP spid="30" grpId="0" animBg="1"/>
      <p:bldP spid="31" grpId="0"/>
      <p:bldP spid="32" grpId="0"/>
      <p:bldP spid="34" grpId="0" animBg="1"/>
      <p:bldP spid="35" grpId="0"/>
      <p:bldP spid="36" grpId="0"/>
      <p:bldP spid="37" grpId="0" animBg="1"/>
      <p:bldP spid="38" grpId="0"/>
      <p:bldP spid="39" grpId="0" animBg="1"/>
      <p:bldP spid="40" grpId="0"/>
      <p:bldP spid="41" grpId="0" animBg="1"/>
      <p:bldP spid="42" grpId="0"/>
      <p:bldP spid="43" grpId="0" animBg="1"/>
      <p:bldP spid="4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714260B-480B-ADD4-605E-B833AE4D3D67}"/>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21AAF032-71DB-44D0-2B56-333AF02A913B}"/>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C5396FF7-A9B0-2E92-91E9-3143645EEAF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F65B53C7-41D7-522B-3B8C-59A9CCA16C04}"/>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RESEARCH GAP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0B1E7BAA-B48C-B445-A141-DAEFBAB74AB1}"/>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03</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9B0C1748-42B8-60EF-130C-26F5761C0088}"/>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13B2981-88DC-AC5E-53B8-38C40CDCBC0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DBD516C6-0823-9F63-12B1-A95B94DB075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745B1BE3-00E5-AC75-2927-FC0B2533FE01}"/>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 score is not a claim until evidence is admitted.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884D870B-9EE1-6EE5-99FF-95757EFB862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WatermarkScope separates detector output from what the evaluator is allowed to conclude.</a:t>
            </a:r>
            <a:endParaRPr lang="zh-CN" altLang="en-US" sz="930">
              <a:solidFill>
                <a:srgbClr val="4A5B78"/>
              </a:solidFill>
              <a:latin typeface="Aptos" panose="020B0004020202020204" pitchFamily="34" charset="0"/>
            </a:endParaRPr>
          </a:p>
        </p:txBody>
      </p:sp>
      <p:sp>
        <p:nvSpPr>
          <p:cNvPr id="13" name="scorebox">
            <a:extLst>
              <a:ext uri="{FF2B5EF4-FFF2-40B4-BE49-F238E27FC236}">
                <a16:creationId xmlns:a16="http://schemas.microsoft.com/office/drawing/2014/main" id="{9C730B16-C529-5D32-B876-615A0AE26A0C}"/>
              </a:ext>
            </a:extLst>
          </p:cNvPr>
          <p:cNvSpPr/>
          <p:nvPr/>
        </p:nvSpPr>
        <p:spPr>
          <a:xfrm>
            <a:off x="1041400" y="2159000"/>
            <a:ext cx="3276600" cy="17526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core-k">
            <a:extLst>
              <a:ext uri="{FF2B5EF4-FFF2-40B4-BE49-F238E27FC236}">
                <a16:creationId xmlns:a16="http://schemas.microsoft.com/office/drawing/2014/main" id="{37956DE4-8387-3FD9-29EC-1E55D7F645FD}"/>
              </a:ext>
            </a:extLst>
          </p:cNvPr>
          <p:cNvSpPr txBox="1"/>
          <p:nvPr/>
        </p:nvSpPr>
        <p:spPr>
          <a:xfrm>
            <a:off x="1422400" y="2463800"/>
            <a:ext cx="1397000" cy="276999"/>
          </a:xfrm>
          <a:prstGeom prst="rect">
            <a:avLst/>
          </a:prstGeom>
          <a:noFill/>
        </p:spPr>
        <p:txBody>
          <a:bodyPr vert="horz" wrap="square" lIns="0" tIns="0" rIns="0" bIns="0" rtlCol="0">
            <a:noAutofit/>
          </a:bodyPr>
          <a:lstStyle/>
          <a:p>
            <a:r>
              <a:rPr lang="en-US" altLang="zh-CN" sz="750" b="1">
                <a:solidFill>
                  <a:srgbClr val="B8293C"/>
                </a:solidFill>
                <a:latin typeface="Aptos" panose="020B0004020202020204" pitchFamily="34" charset="0"/>
              </a:rPr>
              <a:t>shortcut</a:t>
            </a:r>
            <a:endParaRPr lang="zh-CN" altLang="en-US" sz="750" b="1">
              <a:solidFill>
                <a:srgbClr val="B8293C"/>
              </a:solidFill>
              <a:latin typeface="Aptos" panose="020B0004020202020204" pitchFamily="34" charset="0"/>
            </a:endParaRPr>
          </a:p>
        </p:txBody>
      </p:sp>
      <p:sp>
        <p:nvSpPr>
          <p:cNvPr id="15" name="score-big">
            <a:extLst>
              <a:ext uri="{FF2B5EF4-FFF2-40B4-BE49-F238E27FC236}">
                <a16:creationId xmlns:a16="http://schemas.microsoft.com/office/drawing/2014/main" id="{6EF2AB75-4400-E395-BC26-3B2C767FB834}"/>
              </a:ext>
            </a:extLst>
          </p:cNvPr>
          <p:cNvSpPr txBox="1"/>
          <p:nvPr/>
        </p:nvSpPr>
        <p:spPr>
          <a:xfrm>
            <a:off x="1422400" y="2921000"/>
            <a:ext cx="2108200" cy="276999"/>
          </a:xfrm>
          <a:prstGeom prst="rect">
            <a:avLst/>
          </a:prstGeom>
          <a:noFill/>
        </p:spPr>
        <p:txBody>
          <a:bodyPr vert="horz" wrap="square" lIns="0" tIns="0" rIns="0" bIns="0" rtlCol="0">
            <a:noAutofit/>
          </a:bodyPr>
          <a:lstStyle/>
          <a:p>
            <a:r>
              <a:rPr lang="en-US" altLang="zh-CN" sz="2300" b="1">
                <a:solidFill>
                  <a:srgbClr val="B8293C"/>
                </a:solidFill>
                <a:latin typeface="Consolas" panose="020B0609020204030204" pitchFamily="49" charset="0"/>
              </a:rPr>
              <a:t>score = 0.93</a:t>
            </a:r>
            <a:endParaRPr lang="zh-CN" altLang="en-US" sz="2300" b="1">
              <a:solidFill>
                <a:srgbClr val="B8293C"/>
              </a:solidFill>
              <a:latin typeface="Consolas" panose="020B0609020204030204" pitchFamily="49" charset="0"/>
            </a:endParaRPr>
          </a:p>
        </p:txBody>
      </p:sp>
      <p:sp>
        <p:nvSpPr>
          <p:cNvPr id="16" name="score-small">
            <a:extLst>
              <a:ext uri="{FF2B5EF4-FFF2-40B4-BE49-F238E27FC236}">
                <a16:creationId xmlns:a16="http://schemas.microsoft.com/office/drawing/2014/main" id="{2A5F1860-C609-36E0-9478-D8A8AA3A155B}"/>
              </a:ext>
            </a:extLst>
          </p:cNvPr>
          <p:cNvSpPr txBox="1"/>
          <p:nvPr/>
        </p:nvSpPr>
        <p:spPr>
          <a:xfrm>
            <a:off x="1422400" y="3505200"/>
            <a:ext cx="2387600" cy="276999"/>
          </a:xfrm>
          <a:prstGeom prst="rect">
            <a:avLst/>
          </a:prstGeom>
          <a:noFill/>
        </p:spPr>
        <p:txBody>
          <a:bodyPr vert="horz" wrap="square" lIns="0" tIns="0" rIns="0" bIns="0" rtlCol="0">
            <a:noAutofit/>
          </a:bodyPr>
          <a:lstStyle/>
          <a:p>
            <a:r>
              <a:rPr lang="en-US" altLang="zh-CN" sz="780">
                <a:solidFill>
                  <a:srgbClr val="4A5B78"/>
                </a:solidFill>
                <a:latin typeface="Aptos" panose="020B0004020202020204" pitchFamily="34" charset="0"/>
              </a:rPr>
              <a:t>unclear denominator, controls, or boundary</a:t>
            </a:r>
            <a:endParaRPr lang="zh-CN" altLang="en-US" sz="780">
              <a:solidFill>
                <a:srgbClr val="4A5B78"/>
              </a:solidFill>
              <a:latin typeface="Aptos" panose="020B0004020202020204" pitchFamily="34" charset="0"/>
            </a:endParaRPr>
          </a:p>
        </p:txBody>
      </p:sp>
      <p:cxnSp>
        <p:nvCxnSpPr>
          <p:cNvPr id="17" name="gap-arrow">
            <a:extLst>
              <a:ext uri="{FF2B5EF4-FFF2-40B4-BE49-F238E27FC236}">
                <a16:creationId xmlns:a16="http://schemas.microsoft.com/office/drawing/2014/main" id="{FCE1318A-64BC-306C-257C-64C960F10AC3}"/>
              </a:ext>
            </a:extLst>
          </p:cNvPr>
          <p:cNvCxnSpPr/>
          <p:nvPr/>
        </p:nvCxnSpPr>
        <p:spPr>
          <a:xfrm>
            <a:off x="4851400" y="3048000"/>
            <a:ext cx="13970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claimbox">
            <a:extLst>
              <a:ext uri="{FF2B5EF4-FFF2-40B4-BE49-F238E27FC236}">
                <a16:creationId xmlns:a16="http://schemas.microsoft.com/office/drawing/2014/main" id="{2334D57D-9DF1-89C3-25A9-DFA3AA382CA8}"/>
              </a:ext>
            </a:extLst>
          </p:cNvPr>
          <p:cNvSpPr/>
          <p:nvPr/>
        </p:nvSpPr>
        <p:spPr>
          <a:xfrm>
            <a:off x="6756400" y="1841500"/>
            <a:ext cx="44196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laim-k">
            <a:extLst>
              <a:ext uri="{FF2B5EF4-FFF2-40B4-BE49-F238E27FC236}">
                <a16:creationId xmlns:a16="http://schemas.microsoft.com/office/drawing/2014/main" id="{9595B8AC-C535-7672-42B6-572B0F5062DA}"/>
              </a:ext>
            </a:extLst>
          </p:cNvPr>
          <p:cNvSpPr txBox="1"/>
          <p:nvPr/>
        </p:nvSpPr>
        <p:spPr>
          <a:xfrm>
            <a:off x="7137400" y="2184400"/>
            <a:ext cx="2032000" cy="276999"/>
          </a:xfrm>
          <a:prstGeom prst="rect">
            <a:avLst/>
          </a:prstGeom>
          <a:noFill/>
        </p:spPr>
        <p:txBody>
          <a:bodyPr vert="horz" wrap="square" lIns="0" tIns="0" rIns="0" bIns="0" rtlCol="0">
            <a:noAutofit/>
          </a:bodyPr>
          <a:lstStyle/>
          <a:p>
            <a:r>
              <a:rPr lang="en-US" altLang="zh-CN" sz="760" b="1">
                <a:solidFill>
                  <a:srgbClr val="CBE1FA"/>
                </a:solidFill>
                <a:latin typeface="Aptos" panose="020B0004020202020204" pitchFamily="34" charset="0"/>
              </a:rPr>
              <a:t>evidence contract</a:t>
            </a:r>
            <a:endParaRPr lang="zh-CN" altLang="en-US" sz="760" b="1">
              <a:solidFill>
                <a:srgbClr val="CBE1FA"/>
              </a:solidFill>
              <a:latin typeface="Aptos" panose="020B0004020202020204" pitchFamily="34" charset="0"/>
            </a:endParaRPr>
          </a:p>
        </p:txBody>
      </p:sp>
      <p:sp>
        <p:nvSpPr>
          <p:cNvPr id="20" name="claim-f">
            <a:extLst>
              <a:ext uri="{FF2B5EF4-FFF2-40B4-BE49-F238E27FC236}">
                <a16:creationId xmlns:a16="http://schemas.microsoft.com/office/drawing/2014/main" id="{8B07167E-0CBB-EEA5-F859-16E412156058}"/>
              </a:ext>
            </a:extLst>
          </p:cNvPr>
          <p:cNvSpPr txBox="1"/>
          <p:nvPr/>
        </p:nvSpPr>
        <p:spPr>
          <a:xfrm>
            <a:off x="7137400" y="2717800"/>
            <a:ext cx="35052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claim := f(E, C, A, B)</a:t>
            </a:r>
            <a:endParaRPr lang="zh-CN" altLang="en-US" sz="2200" b="1">
              <a:solidFill>
                <a:srgbClr val="FFFFFF"/>
              </a:solidFill>
              <a:latin typeface="Consolas" panose="020B0609020204030204" pitchFamily="49" charset="0"/>
            </a:endParaRPr>
          </a:p>
        </p:txBody>
      </p:sp>
      <p:sp>
        <p:nvSpPr>
          <p:cNvPr id="21" name="claim-e">
            <a:extLst>
              <a:ext uri="{FF2B5EF4-FFF2-40B4-BE49-F238E27FC236}">
                <a16:creationId xmlns:a16="http://schemas.microsoft.com/office/drawing/2014/main" id="{72490DD7-4C7B-C630-0E8E-D7720229806C}"/>
              </a:ext>
            </a:extLst>
          </p:cNvPr>
          <p:cNvSpPr txBox="1"/>
          <p:nvPr/>
        </p:nvSpPr>
        <p:spPr>
          <a:xfrm>
            <a:off x="7137400" y="3530600"/>
            <a:ext cx="3200400" cy="276999"/>
          </a:xfrm>
          <a:prstGeom prst="rect">
            <a:avLst/>
          </a:prstGeom>
          <a:noFill/>
        </p:spPr>
        <p:txBody>
          <a:bodyPr vert="horz" wrap="square" lIns="0" tIns="0" rIns="0" bIns="0" rtlCol="0">
            <a:noAutofit/>
          </a:bodyPr>
          <a:lstStyle/>
          <a:p>
            <a:r>
              <a:rPr lang="en-US" altLang="zh-CN" sz="920">
                <a:solidFill>
                  <a:srgbClr val="DBE9FA"/>
                </a:solidFill>
                <a:latin typeface="Aptos" panose="020B0004020202020204" pitchFamily="34" charset="0"/>
              </a:rPr>
              <a:t>E evidence object
C controls | A access model | B boundary</a:t>
            </a:r>
            <a:endParaRPr lang="zh-CN" altLang="en-US" sz="920">
              <a:solidFill>
                <a:srgbClr val="DBE9FA"/>
              </a:solidFill>
              <a:latin typeface="Aptos" panose="020B0004020202020204" pitchFamily="34" charset="0"/>
            </a:endParaRPr>
          </a:p>
        </p:txBody>
      </p:sp>
      <p:sp>
        <p:nvSpPr>
          <p:cNvPr id="22" name="tag-0">
            <a:extLst>
              <a:ext uri="{FF2B5EF4-FFF2-40B4-BE49-F238E27FC236}">
                <a16:creationId xmlns:a16="http://schemas.microsoft.com/office/drawing/2014/main" id="{D0EF0E97-A5CD-4E00-C552-287787E1EEBD}"/>
              </a:ext>
            </a:extLst>
          </p:cNvPr>
          <p:cNvSpPr/>
          <p:nvPr/>
        </p:nvSpPr>
        <p:spPr>
          <a:xfrm>
            <a:off x="19558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fixed denominator</a:t>
            </a:r>
            <a:endParaRPr lang="zh-CN" altLang="en-US" sz="750" b="1">
              <a:solidFill>
                <a:srgbClr val="003B7A"/>
              </a:solidFill>
              <a:latin typeface="Aptos" panose="020B0004020202020204" pitchFamily="34" charset="0"/>
            </a:endParaRPr>
          </a:p>
        </p:txBody>
      </p:sp>
      <p:sp>
        <p:nvSpPr>
          <p:cNvPr id="23" name="tag-1">
            <a:extLst>
              <a:ext uri="{FF2B5EF4-FFF2-40B4-BE49-F238E27FC236}">
                <a16:creationId xmlns:a16="http://schemas.microsoft.com/office/drawing/2014/main" id="{08073D39-C99F-32D7-E838-45B07BC2C3CE}"/>
              </a:ext>
            </a:extLst>
          </p:cNvPr>
          <p:cNvSpPr/>
          <p:nvPr/>
        </p:nvSpPr>
        <p:spPr>
          <a:xfrm>
            <a:off x="40640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control rows</a:t>
            </a:r>
            <a:endParaRPr lang="zh-CN" altLang="en-US" sz="750" b="1">
              <a:solidFill>
                <a:srgbClr val="003B7A"/>
              </a:solidFill>
              <a:latin typeface="Aptos" panose="020B0004020202020204" pitchFamily="34" charset="0"/>
            </a:endParaRPr>
          </a:p>
        </p:txBody>
      </p:sp>
      <p:sp>
        <p:nvSpPr>
          <p:cNvPr id="24" name="tag-2">
            <a:extLst>
              <a:ext uri="{FF2B5EF4-FFF2-40B4-BE49-F238E27FC236}">
                <a16:creationId xmlns:a16="http://schemas.microsoft.com/office/drawing/2014/main" id="{97146DB0-320E-A125-CC9A-E192A31BC007}"/>
              </a:ext>
            </a:extLst>
          </p:cNvPr>
          <p:cNvSpPr/>
          <p:nvPr/>
        </p:nvSpPr>
        <p:spPr>
          <a:xfrm>
            <a:off x="61722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artifact hash</a:t>
            </a:r>
            <a:endParaRPr lang="zh-CN" altLang="en-US" sz="750" b="1">
              <a:solidFill>
                <a:srgbClr val="003B7A"/>
              </a:solidFill>
              <a:latin typeface="Aptos" panose="020B0004020202020204" pitchFamily="34" charset="0"/>
            </a:endParaRPr>
          </a:p>
        </p:txBody>
      </p:sp>
      <p:sp>
        <p:nvSpPr>
          <p:cNvPr id="25" name="tag-3">
            <a:extLst>
              <a:ext uri="{FF2B5EF4-FFF2-40B4-BE49-F238E27FC236}">
                <a16:creationId xmlns:a16="http://schemas.microsoft.com/office/drawing/2014/main" id="{60936056-238F-9098-744D-B79FCF45BC62}"/>
              </a:ext>
            </a:extLst>
          </p:cNvPr>
          <p:cNvSpPr/>
          <p:nvPr/>
        </p:nvSpPr>
        <p:spPr>
          <a:xfrm>
            <a:off x="82804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access boundary</a:t>
            </a:r>
            <a:endParaRPr lang="zh-CN" altLang="en-US" sz="750" b="1">
              <a:solidFill>
                <a:srgbClr val="003B7A"/>
              </a:solidFill>
              <a:latin typeface="Aptos" panose="020B0004020202020204" pitchFamily="34" charset="0"/>
            </a:endParaRPr>
          </a:p>
        </p:txBody>
      </p:sp>
      <p:sp>
        <p:nvSpPr>
          <p:cNvPr id="26" name="footer-hit-3">
            <a:hlinkClick r:id="rId4"/>
            <a:extLst>
              <a:ext uri="{FF2B5EF4-FFF2-40B4-BE49-F238E27FC236}">
                <a16:creationId xmlns:a16="http://schemas.microsoft.com/office/drawing/2014/main" id="{2561A963-9CD7-2190-15C8-8A46A5DA709A}"/>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12256307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31FA8AF-5741-48CB-191B-22F65493D8B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E02A094-126D-ADBB-2A7E-0196D53A23B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C102687-5BD1-DCEC-E8C9-A971D6F8391C}"/>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BED94364-BBCE-3563-2439-161FDAB8B2AB}"/>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BENCHMARK FOUNDATION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2F8C8D0C-4DE9-D0EC-73C0-E58C14BE9661}"/>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0BDA6255-D634-E91D-D78B-9464220B33DF}"/>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FBC32EFF-D82A-4323-5BC1-6F7690063AF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E8812F59-B48C-178E-2BA6-5EF7144F4D0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0D05B021-A2A5-2D51-08DF-B6B884BC6E4D}"/>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denominator is fixed before interpretation.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7477393-BE35-5281-5E34-4B1FA8616E88}"/>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CodeMarkBench is the executable base layer: each run has a task, a transformation, a control, and an artifact identity.</a:t>
            </a:r>
            <a:endParaRPr lang="zh-CN" altLang="en-US" sz="930">
              <a:solidFill>
                <a:srgbClr val="4A5B78"/>
              </a:solidFill>
              <a:latin typeface="Aptos" panose="020B0004020202020204" pitchFamily="34" charset="0"/>
            </a:endParaRPr>
          </a:p>
        </p:txBody>
      </p:sp>
      <p:sp>
        <p:nvSpPr>
          <p:cNvPr id="13" name="big">
            <a:extLst>
              <a:ext uri="{FF2B5EF4-FFF2-40B4-BE49-F238E27FC236}">
                <a16:creationId xmlns:a16="http://schemas.microsoft.com/office/drawing/2014/main" id="{418EFB3E-3CBA-8C84-97ED-73250E036792}"/>
              </a:ext>
            </a:extLst>
          </p:cNvPr>
          <p:cNvSpPr txBox="1"/>
          <p:nvPr/>
        </p:nvSpPr>
        <p:spPr>
          <a:xfrm>
            <a:off x="914400" y="1955800"/>
            <a:ext cx="2006600" cy="276999"/>
          </a:xfrm>
          <a:prstGeom prst="rect">
            <a:avLst/>
          </a:prstGeom>
          <a:noFill/>
        </p:spPr>
        <p:txBody>
          <a:bodyPr vert="horz" wrap="square" lIns="0" tIns="0" rIns="0" bIns="0" rtlCol="0">
            <a:noAutofit/>
          </a:bodyPr>
          <a:lstStyle/>
          <a:p>
            <a:r>
              <a:rPr lang="en-US" altLang="zh-CN" sz="3400" b="1">
                <a:solidFill>
                  <a:srgbClr val="003B7A"/>
                </a:solidFill>
                <a:latin typeface="Aptos" panose="020B0004020202020204" pitchFamily="34" charset="0"/>
              </a:rPr>
              <a:t>140/140</a:t>
            </a:r>
            <a:endParaRPr lang="zh-CN" altLang="en-US" sz="3400" b="1">
              <a:solidFill>
                <a:srgbClr val="003B7A"/>
              </a:solidFill>
              <a:latin typeface="Aptos" panose="020B0004020202020204" pitchFamily="34" charset="0"/>
            </a:endParaRPr>
          </a:p>
        </p:txBody>
      </p:sp>
      <p:sp>
        <p:nvSpPr>
          <p:cNvPr id="14" name="big-sub">
            <a:extLst>
              <a:ext uri="{FF2B5EF4-FFF2-40B4-BE49-F238E27FC236}">
                <a16:creationId xmlns:a16="http://schemas.microsoft.com/office/drawing/2014/main" id="{D228B344-6F0E-0C08-1B1F-5A80495750B4}"/>
              </a:ext>
            </a:extLst>
          </p:cNvPr>
          <p:cNvSpPr txBox="1"/>
          <p:nvPr/>
        </p:nvSpPr>
        <p:spPr>
          <a:xfrm>
            <a:off x="965200" y="2768600"/>
            <a:ext cx="1955800" cy="276999"/>
          </a:xfrm>
          <a:prstGeom prst="rect">
            <a:avLst/>
          </a:prstGeom>
          <a:noFill/>
        </p:spPr>
        <p:txBody>
          <a:bodyPr vert="horz" wrap="square" lIns="0" tIns="0" rIns="0" bIns="0" rtlCol="0">
            <a:noAutofit/>
          </a:bodyPr>
          <a:lstStyle/>
          <a:p>
            <a:r>
              <a:rPr lang="en-US" altLang="zh-CN" sz="850">
                <a:solidFill>
                  <a:srgbClr val="4A5B78"/>
                </a:solidFill>
                <a:latin typeface="Aptos" panose="020B0004020202020204" pitchFamily="34" charset="0"/>
              </a:rPr>
              <a:t>canonical benchmark runs in the submitted FYP snapshot</a:t>
            </a:r>
            <a:endParaRPr lang="zh-CN" altLang="en-US" sz="850">
              <a:solidFill>
                <a:srgbClr val="4A5B78"/>
              </a:solidFill>
              <a:latin typeface="Aptos" panose="020B0004020202020204" pitchFamily="34" charset="0"/>
            </a:endParaRPr>
          </a:p>
        </p:txBody>
      </p:sp>
      <p:sp>
        <p:nvSpPr>
          <p:cNvPr id="15" name="h-0">
            <a:extLst>
              <a:ext uri="{FF2B5EF4-FFF2-40B4-BE49-F238E27FC236}">
                <a16:creationId xmlns:a16="http://schemas.microsoft.com/office/drawing/2014/main" id="{3EE31C3B-E758-286F-C226-CA84636E2239}"/>
              </a:ext>
            </a:extLst>
          </p:cNvPr>
          <p:cNvSpPr/>
          <p:nvPr/>
        </p:nvSpPr>
        <p:spPr>
          <a:xfrm>
            <a:off x="3352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language</a:t>
            </a:r>
            <a:endParaRPr lang="zh-CN" altLang="en-US" sz="830" b="1">
              <a:solidFill>
                <a:srgbClr val="003B7A"/>
              </a:solidFill>
              <a:latin typeface="Aptos" panose="020B0004020202020204" pitchFamily="34" charset="0"/>
            </a:endParaRPr>
          </a:p>
        </p:txBody>
      </p:sp>
      <p:sp>
        <p:nvSpPr>
          <p:cNvPr id="16" name="v-0">
            <a:extLst>
              <a:ext uri="{FF2B5EF4-FFF2-40B4-BE49-F238E27FC236}">
                <a16:creationId xmlns:a16="http://schemas.microsoft.com/office/drawing/2014/main" id="{EA0F51D6-1F1A-F672-588F-8DB727208DEC}"/>
              </a:ext>
            </a:extLst>
          </p:cNvPr>
          <p:cNvSpPr/>
          <p:nvPr/>
        </p:nvSpPr>
        <p:spPr>
          <a:xfrm>
            <a:off x="3352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Python</a:t>
            </a:r>
            <a:endParaRPr lang="zh-CN" altLang="en-US" sz="940">
              <a:solidFill>
                <a:srgbClr val="071A3D"/>
              </a:solidFill>
              <a:latin typeface="Aptos" panose="020B0004020202020204" pitchFamily="34" charset="0"/>
            </a:endParaRPr>
          </a:p>
        </p:txBody>
      </p:sp>
      <p:sp>
        <p:nvSpPr>
          <p:cNvPr id="17" name="h-1">
            <a:extLst>
              <a:ext uri="{FF2B5EF4-FFF2-40B4-BE49-F238E27FC236}">
                <a16:creationId xmlns:a16="http://schemas.microsoft.com/office/drawing/2014/main" id="{50AD69E5-7FE2-F2B6-6335-59F72A61D47A}"/>
              </a:ext>
            </a:extLst>
          </p:cNvPr>
          <p:cNvSpPr/>
          <p:nvPr/>
        </p:nvSpPr>
        <p:spPr>
          <a:xfrm>
            <a:off x="46482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task</a:t>
            </a:r>
            <a:endParaRPr lang="zh-CN" altLang="en-US" sz="830" b="1">
              <a:solidFill>
                <a:srgbClr val="003B7A"/>
              </a:solidFill>
              <a:latin typeface="Aptos" panose="020B0004020202020204" pitchFamily="34" charset="0"/>
            </a:endParaRPr>
          </a:p>
        </p:txBody>
      </p:sp>
      <p:sp>
        <p:nvSpPr>
          <p:cNvPr id="18" name="v-1">
            <a:extLst>
              <a:ext uri="{FF2B5EF4-FFF2-40B4-BE49-F238E27FC236}">
                <a16:creationId xmlns:a16="http://schemas.microsoft.com/office/drawing/2014/main" id="{3AB3E7E9-3B43-23D3-82A4-AA4FA5924C65}"/>
              </a:ext>
            </a:extLst>
          </p:cNvPr>
          <p:cNvSpPr/>
          <p:nvPr/>
        </p:nvSpPr>
        <p:spPr>
          <a:xfrm>
            <a:off x="46482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string normalization</a:t>
            </a:r>
            <a:endParaRPr lang="zh-CN" altLang="en-US" sz="940">
              <a:solidFill>
                <a:srgbClr val="071A3D"/>
              </a:solidFill>
              <a:latin typeface="Aptos" panose="020B0004020202020204" pitchFamily="34" charset="0"/>
            </a:endParaRPr>
          </a:p>
        </p:txBody>
      </p:sp>
      <p:sp>
        <p:nvSpPr>
          <p:cNvPr id="19" name="h-2">
            <a:extLst>
              <a:ext uri="{FF2B5EF4-FFF2-40B4-BE49-F238E27FC236}">
                <a16:creationId xmlns:a16="http://schemas.microsoft.com/office/drawing/2014/main" id="{15D3C692-9491-5F66-A489-4F56A4988CD7}"/>
              </a:ext>
            </a:extLst>
          </p:cNvPr>
          <p:cNvSpPr/>
          <p:nvPr/>
        </p:nvSpPr>
        <p:spPr>
          <a:xfrm>
            <a:off x="59436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transform</a:t>
            </a:r>
            <a:endParaRPr lang="zh-CN" altLang="en-US" sz="830" b="1">
              <a:solidFill>
                <a:srgbClr val="003B7A"/>
              </a:solidFill>
              <a:latin typeface="Aptos" panose="020B0004020202020204" pitchFamily="34" charset="0"/>
            </a:endParaRPr>
          </a:p>
        </p:txBody>
      </p:sp>
      <p:sp>
        <p:nvSpPr>
          <p:cNvPr id="20" name="v-2">
            <a:extLst>
              <a:ext uri="{FF2B5EF4-FFF2-40B4-BE49-F238E27FC236}">
                <a16:creationId xmlns:a16="http://schemas.microsoft.com/office/drawing/2014/main" id="{7B60738E-F934-F844-AE0F-DEB4B4100AD7}"/>
              </a:ext>
            </a:extLst>
          </p:cNvPr>
          <p:cNvSpPr/>
          <p:nvPr/>
        </p:nvSpPr>
        <p:spPr>
          <a:xfrm>
            <a:off x="59436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semantic rewrite</a:t>
            </a:r>
            <a:endParaRPr lang="zh-CN" altLang="en-US" sz="940">
              <a:solidFill>
                <a:srgbClr val="071A3D"/>
              </a:solidFill>
              <a:latin typeface="Aptos" panose="020B0004020202020204" pitchFamily="34" charset="0"/>
            </a:endParaRPr>
          </a:p>
        </p:txBody>
      </p:sp>
      <p:sp>
        <p:nvSpPr>
          <p:cNvPr id="21" name="h-3">
            <a:extLst>
              <a:ext uri="{FF2B5EF4-FFF2-40B4-BE49-F238E27FC236}">
                <a16:creationId xmlns:a16="http://schemas.microsoft.com/office/drawing/2014/main" id="{1C446689-9C98-7667-7C53-65790BD1E0B7}"/>
              </a:ext>
            </a:extLst>
          </p:cNvPr>
          <p:cNvSpPr/>
          <p:nvPr/>
        </p:nvSpPr>
        <p:spPr>
          <a:xfrm>
            <a:off x="72390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oracle</a:t>
            </a:r>
            <a:endParaRPr lang="zh-CN" altLang="en-US" sz="830" b="1">
              <a:solidFill>
                <a:srgbClr val="003B7A"/>
              </a:solidFill>
              <a:latin typeface="Aptos" panose="020B0004020202020204" pitchFamily="34" charset="0"/>
            </a:endParaRPr>
          </a:p>
        </p:txBody>
      </p:sp>
      <p:sp>
        <p:nvSpPr>
          <p:cNvPr id="22" name="v-3">
            <a:extLst>
              <a:ext uri="{FF2B5EF4-FFF2-40B4-BE49-F238E27FC236}">
                <a16:creationId xmlns:a16="http://schemas.microsoft.com/office/drawing/2014/main" id="{01492E2F-26BB-A05F-5DE0-43D7177AAA37}"/>
              </a:ext>
            </a:extLst>
          </p:cNvPr>
          <p:cNvSpPr/>
          <p:nvPr/>
        </p:nvSpPr>
        <p:spPr>
          <a:xfrm>
            <a:off x="72390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executable pass/fail</a:t>
            </a:r>
            <a:endParaRPr lang="zh-CN" altLang="en-US" sz="940">
              <a:solidFill>
                <a:srgbClr val="071A3D"/>
              </a:solidFill>
              <a:latin typeface="Aptos" panose="020B0004020202020204" pitchFamily="34" charset="0"/>
            </a:endParaRPr>
          </a:p>
        </p:txBody>
      </p:sp>
      <p:sp>
        <p:nvSpPr>
          <p:cNvPr id="23" name="h-4">
            <a:extLst>
              <a:ext uri="{FF2B5EF4-FFF2-40B4-BE49-F238E27FC236}">
                <a16:creationId xmlns:a16="http://schemas.microsoft.com/office/drawing/2014/main" id="{DE3381A7-8CA2-0025-95C9-84746D62E012}"/>
              </a:ext>
            </a:extLst>
          </p:cNvPr>
          <p:cNvSpPr/>
          <p:nvPr/>
        </p:nvSpPr>
        <p:spPr>
          <a:xfrm>
            <a:off x="85344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control</a:t>
            </a:r>
            <a:endParaRPr lang="zh-CN" altLang="en-US" sz="830" b="1">
              <a:solidFill>
                <a:srgbClr val="003B7A"/>
              </a:solidFill>
              <a:latin typeface="Aptos" panose="020B0004020202020204" pitchFamily="34" charset="0"/>
            </a:endParaRPr>
          </a:p>
        </p:txBody>
      </p:sp>
      <p:sp>
        <p:nvSpPr>
          <p:cNvPr id="24" name="v-4">
            <a:extLst>
              <a:ext uri="{FF2B5EF4-FFF2-40B4-BE49-F238E27FC236}">
                <a16:creationId xmlns:a16="http://schemas.microsoft.com/office/drawing/2014/main" id="{E4CDB31C-1AE1-C295-477B-A029030C9BEE}"/>
              </a:ext>
            </a:extLst>
          </p:cNvPr>
          <p:cNvSpPr/>
          <p:nvPr/>
        </p:nvSpPr>
        <p:spPr>
          <a:xfrm>
            <a:off x="85344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negative row</a:t>
            </a:r>
            <a:endParaRPr lang="zh-CN" altLang="en-US" sz="940">
              <a:solidFill>
                <a:srgbClr val="071A3D"/>
              </a:solidFill>
              <a:latin typeface="Aptos" panose="020B0004020202020204" pitchFamily="34" charset="0"/>
            </a:endParaRPr>
          </a:p>
        </p:txBody>
      </p:sp>
      <p:sp>
        <p:nvSpPr>
          <p:cNvPr id="25" name="h-5">
            <a:extLst>
              <a:ext uri="{FF2B5EF4-FFF2-40B4-BE49-F238E27FC236}">
                <a16:creationId xmlns:a16="http://schemas.microsoft.com/office/drawing/2014/main" id="{55B68D4E-AB9F-4521-4CA8-E9598428D3DC}"/>
              </a:ext>
            </a:extLst>
          </p:cNvPr>
          <p:cNvSpPr/>
          <p:nvPr/>
        </p:nvSpPr>
        <p:spPr>
          <a:xfrm>
            <a:off x="9829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artifact</a:t>
            </a:r>
            <a:endParaRPr lang="zh-CN" altLang="en-US" sz="830" b="1">
              <a:solidFill>
                <a:srgbClr val="003B7A"/>
              </a:solidFill>
              <a:latin typeface="Aptos" panose="020B0004020202020204" pitchFamily="34" charset="0"/>
            </a:endParaRPr>
          </a:p>
        </p:txBody>
      </p:sp>
      <p:sp>
        <p:nvSpPr>
          <p:cNvPr id="26" name="v-5">
            <a:extLst>
              <a:ext uri="{FF2B5EF4-FFF2-40B4-BE49-F238E27FC236}">
                <a16:creationId xmlns:a16="http://schemas.microsoft.com/office/drawing/2014/main" id="{DC0955C9-90FE-E484-E5BB-1AD510E4AC00}"/>
              </a:ext>
            </a:extLst>
          </p:cNvPr>
          <p:cNvSpPr/>
          <p:nvPr/>
        </p:nvSpPr>
        <p:spPr>
          <a:xfrm>
            <a:off x="9829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hash-bound JSON</a:t>
            </a:r>
            <a:endParaRPr lang="zh-CN" altLang="en-US" sz="940">
              <a:solidFill>
                <a:srgbClr val="071A3D"/>
              </a:solidFill>
              <a:latin typeface="Aptos" panose="020B0004020202020204" pitchFamily="34" charset="0"/>
            </a:endParaRPr>
          </a:p>
        </p:txBody>
      </p:sp>
      <p:sp>
        <p:nvSpPr>
          <p:cNvPr id="27" name="path">
            <a:extLst>
              <a:ext uri="{FF2B5EF4-FFF2-40B4-BE49-F238E27FC236}">
                <a16:creationId xmlns:a16="http://schemas.microsoft.com/office/drawing/2014/main" id="{A671AFB3-B856-A46D-FE26-92FD7D996A10}"/>
              </a:ext>
            </a:extLst>
          </p:cNvPr>
          <p:cNvSpPr/>
          <p:nvPr/>
        </p:nvSpPr>
        <p:spPr>
          <a:xfrm>
            <a:off x="3352800" y="3581400"/>
            <a:ext cx="7772400" cy="10922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ath-title">
            <a:extLst>
              <a:ext uri="{FF2B5EF4-FFF2-40B4-BE49-F238E27FC236}">
                <a16:creationId xmlns:a16="http://schemas.microsoft.com/office/drawing/2014/main" id="{EB05F868-67F5-05F7-96A3-C340D5B740CB}"/>
              </a:ext>
            </a:extLst>
          </p:cNvPr>
          <p:cNvSpPr txBox="1"/>
          <p:nvPr/>
        </p:nvSpPr>
        <p:spPr>
          <a:xfrm>
            <a:off x="3708400" y="3886200"/>
            <a:ext cx="1498600" cy="276999"/>
          </a:xfrm>
          <a:prstGeom prst="rect">
            <a:avLst/>
          </a:prstGeom>
          <a:noFill/>
        </p:spPr>
        <p:txBody>
          <a:bodyPr vert="horz" wrap="square" lIns="0" tIns="0" rIns="0" bIns="0" rtlCol="0">
            <a:noAutofit/>
          </a:bodyPr>
          <a:lstStyle/>
          <a:p>
            <a:r>
              <a:rPr lang="en-US" altLang="zh-CN" sz="760" b="1">
                <a:solidFill>
                  <a:srgbClr val="4A5B78"/>
                </a:solidFill>
                <a:latin typeface="Aptos" panose="020B0004020202020204" pitchFamily="34" charset="0"/>
              </a:rPr>
              <a:t>admission path</a:t>
            </a:r>
            <a:endParaRPr lang="zh-CN" altLang="en-US" sz="760" b="1">
              <a:solidFill>
                <a:srgbClr val="4A5B78"/>
              </a:solidFill>
              <a:latin typeface="Aptos" panose="020B0004020202020204" pitchFamily="34" charset="0"/>
            </a:endParaRPr>
          </a:p>
        </p:txBody>
      </p:sp>
      <p:sp>
        <p:nvSpPr>
          <p:cNvPr id="29" name="path-text">
            <a:extLst>
              <a:ext uri="{FF2B5EF4-FFF2-40B4-BE49-F238E27FC236}">
                <a16:creationId xmlns:a16="http://schemas.microsoft.com/office/drawing/2014/main" id="{FC757FA6-556D-C35B-D4DF-4B1C177B456B}"/>
              </a:ext>
            </a:extLst>
          </p:cNvPr>
          <p:cNvSpPr txBox="1"/>
          <p:nvPr/>
        </p:nvSpPr>
        <p:spPr>
          <a:xfrm>
            <a:off x="3708400" y="4241800"/>
            <a:ext cx="68072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benchmark row -&gt; executable result -&gt; control status -&gt; preserved artifact -&gt; bounded claim</a:t>
            </a:r>
            <a:endParaRPr lang="zh-CN" altLang="en-US" sz="1180" b="1">
              <a:solidFill>
                <a:srgbClr val="071A3D"/>
              </a:solidFill>
              <a:latin typeface="Aptos" panose="020B0004020202020204" pitchFamily="34" charset="0"/>
            </a:endParaRPr>
          </a:p>
        </p:txBody>
      </p:sp>
      <p:sp>
        <p:nvSpPr>
          <p:cNvPr id="30" name="why">
            <a:extLst>
              <a:ext uri="{FF2B5EF4-FFF2-40B4-BE49-F238E27FC236}">
                <a16:creationId xmlns:a16="http://schemas.microsoft.com/office/drawing/2014/main" id="{E5DBB3B6-9767-02FC-D039-3893A9A6E767}"/>
              </a:ext>
            </a:extLst>
          </p:cNvPr>
          <p:cNvSpPr/>
          <p:nvPr/>
        </p:nvSpPr>
        <p:spPr>
          <a:xfrm>
            <a:off x="1549400" y="5384800"/>
            <a:ext cx="9093200" cy="457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why-t">
            <a:extLst>
              <a:ext uri="{FF2B5EF4-FFF2-40B4-BE49-F238E27FC236}">
                <a16:creationId xmlns:a16="http://schemas.microsoft.com/office/drawing/2014/main" id="{0CD9C4BE-F8A3-53D7-F0F3-7EB5A4808A32}"/>
              </a:ext>
            </a:extLst>
          </p:cNvPr>
          <p:cNvSpPr txBox="1"/>
          <p:nvPr/>
        </p:nvSpPr>
        <p:spPr>
          <a:xfrm>
            <a:off x="1955800" y="5524500"/>
            <a:ext cx="81280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This prevents a later result from quietly changing its denominator.</a:t>
            </a:r>
            <a:endParaRPr lang="zh-CN" altLang="en-US" sz="820" b="1">
              <a:solidFill>
                <a:srgbClr val="FFFFFF"/>
              </a:solidFill>
              <a:latin typeface="Aptos" panose="020B0004020202020204" pitchFamily="34" charset="0"/>
            </a:endParaRPr>
          </a:p>
        </p:txBody>
      </p:sp>
      <p:sp>
        <p:nvSpPr>
          <p:cNvPr id="32" name="footer-hit-4">
            <a:hlinkClick r:id="rId4"/>
            <a:extLst>
              <a:ext uri="{FF2B5EF4-FFF2-40B4-BE49-F238E27FC236}">
                <a16:creationId xmlns:a16="http://schemas.microsoft.com/office/drawing/2014/main" id="{43A5F877-4520-1B34-7192-00CEFC0C3D53}"/>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9812056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0CA2B8E-21E1-55B2-E671-FF0612AE706A}"/>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32DBD551-46A1-1452-1B9E-F6EDEAD8943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321CEA5E-EC58-A369-6A62-D8CCA98C6CE8}"/>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0719458E-B22C-64D6-BFB1-39FDC4389F4C}"/>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FRAMEWORK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809A211-AF39-3852-3178-4EDA46D2163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5DF6F57-76CF-AD51-BF6A-D0427A00832A}"/>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7907311-FE0F-EE5E-925C-E7DB34E8CEA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64BE2544-C2D9-8142-1574-6971D8F30F9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72054600-AEA9-7EF8-7482-712190A089E2}"/>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Five stages share one evidence contract.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E3678CE4-07D5-C2D8-5E52-A09DF50C0E4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Each stage admits a different evidence object, then blocks one common overclaim.</a:t>
            </a:r>
            <a:endParaRPr lang="zh-CN" altLang="en-US" sz="930">
              <a:solidFill>
                <a:srgbClr val="4A5B78"/>
              </a:solidFill>
              <a:latin typeface="Aptos" panose="020B0004020202020204" pitchFamily="34" charset="0"/>
            </a:endParaRPr>
          </a:p>
        </p:txBody>
      </p:sp>
      <p:sp>
        <p:nvSpPr>
          <p:cNvPr id="13" name="contract-core">
            <a:extLst>
              <a:ext uri="{FF2B5EF4-FFF2-40B4-BE49-F238E27FC236}">
                <a16:creationId xmlns:a16="http://schemas.microsoft.com/office/drawing/2014/main" id="{DDCBCA9F-F2A6-F927-8CA4-8FBF42F7B7F0}"/>
              </a:ext>
            </a:extLst>
          </p:cNvPr>
          <p:cNvSpPr/>
          <p:nvPr/>
        </p:nvSpPr>
        <p:spPr>
          <a:xfrm>
            <a:off x="838200" y="2260600"/>
            <a:ext cx="10515600" cy="1498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ntract-k">
            <a:extLst>
              <a:ext uri="{FF2B5EF4-FFF2-40B4-BE49-F238E27FC236}">
                <a16:creationId xmlns:a16="http://schemas.microsoft.com/office/drawing/2014/main" id="{9CD93A93-BFD7-4126-7755-83AE057EBB4E}"/>
              </a:ext>
            </a:extLst>
          </p:cNvPr>
          <p:cNvSpPr txBox="1"/>
          <p:nvPr/>
        </p:nvSpPr>
        <p:spPr>
          <a:xfrm>
            <a:off x="1244600" y="2565400"/>
            <a:ext cx="18796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SHARED EVIDENCE CONTRACT</a:t>
            </a:r>
            <a:endParaRPr lang="zh-CN" altLang="en-US" sz="770" b="1">
              <a:solidFill>
                <a:srgbClr val="CDE2FA"/>
              </a:solidFill>
              <a:latin typeface="Aptos" panose="020B0004020202020204" pitchFamily="34" charset="0"/>
            </a:endParaRPr>
          </a:p>
        </p:txBody>
      </p:sp>
      <p:sp>
        <p:nvSpPr>
          <p:cNvPr id="15" name="contract-f">
            <a:extLst>
              <a:ext uri="{FF2B5EF4-FFF2-40B4-BE49-F238E27FC236}">
                <a16:creationId xmlns:a16="http://schemas.microsoft.com/office/drawing/2014/main" id="{973546A3-062F-E57D-A16B-9D4F0D168B17}"/>
              </a:ext>
            </a:extLst>
          </p:cNvPr>
          <p:cNvSpPr txBox="1"/>
          <p:nvPr/>
        </p:nvSpPr>
        <p:spPr>
          <a:xfrm>
            <a:off x="1244600" y="2997200"/>
            <a:ext cx="3911600" cy="276999"/>
          </a:xfrm>
          <a:prstGeom prst="rect">
            <a:avLst/>
          </a:prstGeom>
          <a:noFill/>
        </p:spPr>
        <p:txBody>
          <a:bodyPr vert="horz" wrap="square" lIns="0" tIns="0" rIns="0" bIns="0" rtlCol="0">
            <a:noAutofit/>
          </a:bodyPr>
          <a:lstStyle/>
          <a:p>
            <a:r>
              <a:rPr lang="en-US" altLang="zh-CN" sz="1650" b="1">
                <a:solidFill>
                  <a:srgbClr val="FFFFFF"/>
                </a:solidFill>
                <a:latin typeface="Consolas" panose="020B0609020204030204" pitchFamily="49" charset="0"/>
              </a:rPr>
              <a:t>claim := f(E, controls, access, boundary)</a:t>
            </a:r>
            <a:endParaRPr lang="zh-CN" altLang="en-US" sz="1650" b="1">
              <a:solidFill>
                <a:srgbClr val="FFFFFF"/>
              </a:solidFill>
              <a:latin typeface="Consolas" panose="020B0609020204030204" pitchFamily="49" charset="0"/>
            </a:endParaRPr>
          </a:p>
        </p:txBody>
      </p:sp>
      <p:sp>
        <p:nvSpPr>
          <p:cNvPr id="16" name="contract-s">
            <a:extLst>
              <a:ext uri="{FF2B5EF4-FFF2-40B4-BE49-F238E27FC236}">
                <a16:creationId xmlns:a16="http://schemas.microsoft.com/office/drawing/2014/main" id="{46008E90-DBBE-F064-DAF5-9AB284AA0495}"/>
              </a:ext>
            </a:extLst>
          </p:cNvPr>
          <p:cNvSpPr txBox="1"/>
          <p:nvPr/>
        </p:nvSpPr>
        <p:spPr>
          <a:xfrm>
            <a:off x="5892800" y="2743200"/>
            <a:ext cx="4343400" cy="276999"/>
          </a:xfrm>
          <a:prstGeom prst="rect">
            <a:avLst/>
          </a:prstGeom>
          <a:noFill/>
        </p:spPr>
        <p:txBody>
          <a:bodyPr vert="horz" wrap="square" lIns="0" tIns="0" rIns="0" bIns="0" rtlCol="0">
            <a:noAutofit/>
          </a:bodyPr>
          <a:lstStyle/>
          <a:p>
            <a:r>
              <a:rPr lang="en-US" altLang="zh-CN" sz="1400" b="1">
                <a:solidFill>
                  <a:srgbClr val="FFFFFF"/>
                </a:solidFill>
                <a:latin typeface="Aptos" panose="020B0004020202020204" pitchFamily="34" charset="0"/>
              </a:rPr>
              <a:t>Every stage must admit a concrete evidence object before it promotes a conclusion.</a:t>
            </a:r>
            <a:endParaRPr lang="zh-CN" altLang="en-US" sz="1400" b="1">
              <a:solidFill>
                <a:srgbClr val="FFFFFF"/>
              </a:solidFill>
              <a:latin typeface="Aptos" panose="020B0004020202020204" pitchFamily="34" charset="0"/>
            </a:endParaRPr>
          </a:p>
        </p:txBody>
      </p:sp>
      <p:cxnSp>
        <p:nvCxnSpPr>
          <p:cNvPr id="17" name="contract-sep">
            <a:extLst>
              <a:ext uri="{FF2B5EF4-FFF2-40B4-BE49-F238E27FC236}">
                <a16:creationId xmlns:a16="http://schemas.microsoft.com/office/drawing/2014/main" id="{36371228-7438-628A-94AF-593908EF07EA}"/>
              </a:ext>
            </a:extLst>
          </p:cNvPr>
          <p:cNvCxnSpPr/>
          <p:nvPr/>
        </p:nvCxnSpPr>
        <p:spPr>
          <a:xfrm>
            <a:off x="5486400" y="2514600"/>
            <a:ext cx="0" cy="96520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8" name="stage-0">
            <a:extLst>
              <a:ext uri="{FF2B5EF4-FFF2-40B4-BE49-F238E27FC236}">
                <a16:creationId xmlns:a16="http://schemas.microsoft.com/office/drawing/2014/main" id="{58FB3906-9AD7-9AC2-3920-7D40C34D5118}"/>
              </a:ext>
            </a:extLst>
          </p:cNvPr>
          <p:cNvSpPr/>
          <p:nvPr/>
        </p:nvSpPr>
        <p:spPr>
          <a:xfrm>
            <a:off x="83820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age-band-0">
            <a:extLst>
              <a:ext uri="{FF2B5EF4-FFF2-40B4-BE49-F238E27FC236}">
                <a16:creationId xmlns:a16="http://schemas.microsoft.com/office/drawing/2014/main" id="{B07BA0AC-2772-163C-D3FF-EA0BAA88E72D}"/>
              </a:ext>
            </a:extLst>
          </p:cNvPr>
          <p:cNvSpPr/>
          <p:nvPr/>
        </p:nvSpPr>
        <p:spPr>
          <a:xfrm>
            <a:off x="838200" y="4216400"/>
            <a:ext cx="2103120" cy="889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age-num-0">
            <a:extLst>
              <a:ext uri="{FF2B5EF4-FFF2-40B4-BE49-F238E27FC236}">
                <a16:creationId xmlns:a16="http://schemas.microsoft.com/office/drawing/2014/main" id="{0338C57B-C216-DAAE-E304-1148D3360788}"/>
              </a:ext>
            </a:extLst>
          </p:cNvPr>
          <p:cNvSpPr txBox="1"/>
          <p:nvPr/>
        </p:nvSpPr>
        <p:spPr>
          <a:xfrm>
            <a:off x="1041400" y="4521200"/>
            <a:ext cx="3048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01</a:t>
            </a:r>
            <a:endParaRPr lang="zh-CN" altLang="en-US" sz="800" b="1">
              <a:solidFill>
                <a:srgbClr val="003B7A"/>
              </a:solidFill>
              <a:latin typeface="Aptos" panose="020B0004020202020204" pitchFamily="34" charset="0"/>
            </a:endParaRPr>
          </a:p>
        </p:txBody>
      </p:sp>
      <p:sp>
        <p:nvSpPr>
          <p:cNvPr id="21" name="stage-name-0">
            <a:extLst>
              <a:ext uri="{FF2B5EF4-FFF2-40B4-BE49-F238E27FC236}">
                <a16:creationId xmlns:a16="http://schemas.microsoft.com/office/drawing/2014/main" id="{AC349FC9-0EA1-1AB6-850B-701F633487CA}"/>
              </a:ext>
            </a:extLst>
          </p:cNvPr>
          <p:cNvSpPr txBox="1"/>
          <p:nvPr/>
        </p:nvSpPr>
        <p:spPr>
          <a:xfrm>
            <a:off x="142240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CodeMarkBench</a:t>
            </a:r>
            <a:endParaRPr lang="zh-CN" altLang="en-US" sz="860" b="1">
              <a:solidFill>
                <a:srgbClr val="071A3D"/>
              </a:solidFill>
              <a:latin typeface="Aptos" panose="020B0004020202020204" pitchFamily="34" charset="0"/>
            </a:endParaRPr>
          </a:p>
        </p:txBody>
      </p:sp>
      <p:sp>
        <p:nvSpPr>
          <p:cNvPr id="22" name="stage-admit-0">
            <a:extLst>
              <a:ext uri="{FF2B5EF4-FFF2-40B4-BE49-F238E27FC236}">
                <a16:creationId xmlns:a16="http://schemas.microsoft.com/office/drawing/2014/main" id="{E3BF76E5-0D20-CC59-A074-2FE849E5A767}"/>
              </a:ext>
            </a:extLst>
          </p:cNvPr>
          <p:cNvSpPr txBox="1"/>
          <p:nvPr/>
        </p:nvSpPr>
        <p:spPr>
          <a:xfrm>
            <a:off x="104140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fixed denominator</a:t>
            </a:r>
            <a:endParaRPr lang="zh-CN" altLang="en-US" sz="730">
              <a:solidFill>
                <a:srgbClr val="4A5B78"/>
              </a:solidFill>
              <a:latin typeface="Aptos" panose="020B0004020202020204" pitchFamily="34" charset="0"/>
            </a:endParaRPr>
          </a:p>
        </p:txBody>
      </p:sp>
      <p:sp>
        <p:nvSpPr>
          <p:cNvPr id="23" name="stage-block-0">
            <a:extLst>
              <a:ext uri="{FF2B5EF4-FFF2-40B4-BE49-F238E27FC236}">
                <a16:creationId xmlns:a16="http://schemas.microsoft.com/office/drawing/2014/main" id="{E39703A5-8461-F72C-E13C-6F743C452FA7}"/>
              </a:ext>
            </a:extLst>
          </p:cNvPr>
          <p:cNvSpPr txBox="1"/>
          <p:nvPr/>
        </p:nvSpPr>
        <p:spPr>
          <a:xfrm>
            <a:off x="104140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moving target</a:t>
            </a:r>
            <a:endParaRPr lang="zh-CN" altLang="en-US" sz="730" b="1">
              <a:solidFill>
                <a:srgbClr val="B8293C"/>
              </a:solidFill>
              <a:latin typeface="Aptos" panose="020B0004020202020204" pitchFamily="34" charset="0"/>
            </a:endParaRPr>
          </a:p>
        </p:txBody>
      </p:sp>
      <p:cxnSp>
        <p:nvCxnSpPr>
          <p:cNvPr id="24" name="stage-tie-0">
            <a:extLst>
              <a:ext uri="{FF2B5EF4-FFF2-40B4-BE49-F238E27FC236}">
                <a16:creationId xmlns:a16="http://schemas.microsoft.com/office/drawing/2014/main" id="{1EF73BBE-ED6E-407B-331A-99DDAACDEA10}"/>
              </a:ext>
            </a:extLst>
          </p:cNvPr>
          <p:cNvCxnSpPr/>
          <p:nvPr/>
        </p:nvCxnSpPr>
        <p:spPr>
          <a:xfrm>
            <a:off x="1889760" y="3759200"/>
            <a:ext cx="0" cy="457200"/>
          </a:xfrm>
          <a:prstGeom prst="line">
            <a:avLst/>
          </a:prstGeom>
          <a:ln w="13970">
            <a:solidFill>
              <a:srgbClr val="003B7A"/>
            </a:solidFill>
          </a:ln>
        </p:spPr>
        <p:style>
          <a:lnRef idx="1">
            <a:schemeClr val="accent1"/>
          </a:lnRef>
          <a:fillRef idx="0">
            <a:schemeClr val="accent1"/>
          </a:fillRef>
          <a:effectRef idx="0">
            <a:schemeClr val="accent1"/>
          </a:effectRef>
          <a:fontRef idx="minor">
            <a:schemeClr val="tx1"/>
          </a:fontRef>
        </p:style>
      </p:cxnSp>
      <p:sp>
        <p:nvSpPr>
          <p:cNvPr id="25" name="stage-1">
            <a:extLst>
              <a:ext uri="{FF2B5EF4-FFF2-40B4-BE49-F238E27FC236}">
                <a16:creationId xmlns:a16="http://schemas.microsoft.com/office/drawing/2014/main" id="{44A5D271-8E2C-9152-D08A-867AD7C60956}"/>
              </a:ext>
            </a:extLst>
          </p:cNvPr>
          <p:cNvSpPr/>
          <p:nvPr/>
        </p:nvSpPr>
        <p:spPr>
          <a:xfrm>
            <a:off x="294132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age-band-1">
            <a:extLst>
              <a:ext uri="{FF2B5EF4-FFF2-40B4-BE49-F238E27FC236}">
                <a16:creationId xmlns:a16="http://schemas.microsoft.com/office/drawing/2014/main" id="{B192DE1B-F655-075C-D167-FA59C86F9EF4}"/>
              </a:ext>
            </a:extLst>
          </p:cNvPr>
          <p:cNvSpPr/>
          <p:nvPr/>
        </p:nvSpPr>
        <p:spPr>
          <a:xfrm>
            <a:off x="2941320" y="4216400"/>
            <a:ext cx="210312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age-num-1">
            <a:extLst>
              <a:ext uri="{FF2B5EF4-FFF2-40B4-BE49-F238E27FC236}">
                <a16:creationId xmlns:a16="http://schemas.microsoft.com/office/drawing/2014/main" id="{95E5CB7F-FB25-E086-83D6-C1C21359705B}"/>
              </a:ext>
            </a:extLst>
          </p:cNvPr>
          <p:cNvSpPr txBox="1"/>
          <p:nvPr/>
        </p:nvSpPr>
        <p:spPr>
          <a:xfrm>
            <a:off x="3144520" y="4521200"/>
            <a:ext cx="304800" cy="276999"/>
          </a:xfrm>
          <a:prstGeom prst="rect">
            <a:avLst/>
          </a:prstGeom>
          <a:noFill/>
        </p:spPr>
        <p:txBody>
          <a:bodyPr vert="horz" wrap="square" lIns="0" tIns="0" rIns="0" bIns="0" rtlCol="0">
            <a:noAutofit/>
          </a:bodyPr>
          <a:lstStyle/>
          <a:p>
            <a:r>
              <a:rPr lang="en-US" altLang="zh-CN" sz="800" b="1">
                <a:solidFill>
                  <a:srgbClr val="168E8B"/>
                </a:solidFill>
                <a:latin typeface="Aptos" panose="020B0004020202020204" pitchFamily="34" charset="0"/>
              </a:rPr>
              <a:t>02</a:t>
            </a:r>
            <a:endParaRPr lang="zh-CN" altLang="en-US" sz="800" b="1">
              <a:solidFill>
                <a:srgbClr val="168E8B"/>
              </a:solidFill>
              <a:latin typeface="Aptos" panose="020B0004020202020204" pitchFamily="34" charset="0"/>
            </a:endParaRPr>
          </a:p>
        </p:txBody>
      </p:sp>
      <p:sp>
        <p:nvSpPr>
          <p:cNvPr id="28" name="stage-name-1">
            <a:extLst>
              <a:ext uri="{FF2B5EF4-FFF2-40B4-BE49-F238E27FC236}">
                <a16:creationId xmlns:a16="http://schemas.microsoft.com/office/drawing/2014/main" id="{57B8CD37-7FEE-943C-8101-C48A3C43D31B}"/>
              </a:ext>
            </a:extLst>
          </p:cNvPr>
          <p:cNvSpPr txBox="1"/>
          <p:nvPr/>
        </p:nvSpPr>
        <p:spPr>
          <a:xfrm>
            <a:off x="352552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SemCodebook</a:t>
            </a:r>
            <a:endParaRPr lang="zh-CN" altLang="en-US" sz="860" b="1">
              <a:solidFill>
                <a:srgbClr val="071A3D"/>
              </a:solidFill>
              <a:latin typeface="Aptos" panose="020B0004020202020204" pitchFamily="34" charset="0"/>
            </a:endParaRPr>
          </a:p>
        </p:txBody>
      </p:sp>
      <p:sp>
        <p:nvSpPr>
          <p:cNvPr id="29" name="stage-admit-1">
            <a:extLst>
              <a:ext uri="{FF2B5EF4-FFF2-40B4-BE49-F238E27FC236}">
                <a16:creationId xmlns:a16="http://schemas.microsoft.com/office/drawing/2014/main" id="{ECB5761B-3271-E44A-EBF3-3E81B8090508}"/>
              </a:ext>
            </a:extLst>
          </p:cNvPr>
          <p:cNvSpPr txBox="1"/>
          <p:nvPr/>
        </p:nvSpPr>
        <p:spPr>
          <a:xfrm>
            <a:off x="314452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white-box recovery</a:t>
            </a:r>
            <a:endParaRPr lang="zh-CN" altLang="en-US" sz="730">
              <a:solidFill>
                <a:srgbClr val="4A5B78"/>
              </a:solidFill>
              <a:latin typeface="Aptos" panose="020B0004020202020204" pitchFamily="34" charset="0"/>
            </a:endParaRPr>
          </a:p>
        </p:txBody>
      </p:sp>
      <p:sp>
        <p:nvSpPr>
          <p:cNvPr id="30" name="stage-block-1">
            <a:extLst>
              <a:ext uri="{FF2B5EF4-FFF2-40B4-BE49-F238E27FC236}">
                <a16:creationId xmlns:a16="http://schemas.microsoft.com/office/drawing/2014/main" id="{713884CD-7478-B1E8-8AE7-92F961F095A7}"/>
              </a:ext>
            </a:extLst>
          </p:cNvPr>
          <p:cNvSpPr txBox="1"/>
          <p:nvPr/>
        </p:nvSpPr>
        <p:spPr>
          <a:xfrm>
            <a:off x="314452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universal claim</a:t>
            </a:r>
            <a:endParaRPr lang="zh-CN" altLang="en-US" sz="730" b="1">
              <a:solidFill>
                <a:srgbClr val="B8293C"/>
              </a:solidFill>
              <a:latin typeface="Aptos" panose="020B0004020202020204" pitchFamily="34" charset="0"/>
            </a:endParaRPr>
          </a:p>
        </p:txBody>
      </p:sp>
      <p:cxnSp>
        <p:nvCxnSpPr>
          <p:cNvPr id="31" name="stage-tie-1">
            <a:extLst>
              <a:ext uri="{FF2B5EF4-FFF2-40B4-BE49-F238E27FC236}">
                <a16:creationId xmlns:a16="http://schemas.microsoft.com/office/drawing/2014/main" id="{5B5C9B7E-8199-8DA3-B191-C8FBFBC15D3B}"/>
              </a:ext>
            </a:extLst>
          </p:cNvPr>
          <p:cNvCxnSpPr/>
          <p:nvPr/>
        </p:nvCxnSpPr>
        <p:spPr>
          <a:xfrm>
            <a:off x="3992880" y="3759200"/>
            <a:ext cx="0" cy="457200"/>
          </a:xfrm>
          <a:prstGeom prst="line">
            <a:avLst/>
          </a:prstGeom>
          <a:ln w="13970">
            <a:solidFill>
              <a:srgbClr val="168E8B"/>
            </a:solidFill>
          </a:ln>
        </p:spPr>
        <p:style>
          <a:lnRef idx="1">
            <a:schemeClr val="accent1"/>
          </a:lnRef>
          <a:fillRef idx="0">
            <a:schemeClr val="accent1"/>
          </a:fillRef>
          <a:effectRef idx="0">
            <a:schemeClr val="accent1"/>
          </a:effectRef>
          <a:fontRef idx="minor">
            <a:schemeClr val="tx1"/>
          </a:fontRef>
        </p:style>
      </p:cxnSp>
      <p:sp>
        <p:nvSpPr>
          <p:cNvPr id="32" name="stage-2">
            <a:extLst>
              <a:ext uri="{FF2B5EF4-FFF2-40B4-BE49-F238E27FC236}">
                <a16:creationId xmlns:a16="http://schemas.microsoft.com/office/drawing/2014/main" id="{3EB727E4-5B6F-802F-A389-9EEC7F700B8F}"/>
              </a:ext>
            </a:extLst>
          </p:cNvPr>
          <p:cNvSpPr/>
          <p:nvPr/>
        </p:nvSpPr>
        <p:spPr>
          <a:xfrm>
            <a:off x="5044440" y="4216400"/>
            <a:ext cx="2103121"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age-band-2">
            <a:extLst>
              <a:ext uri="{FF2B5EF4-FFF2-40B4-BE49-F238E27FC236}">
                <a16:creationId xmlns:a16="http://schemas.microsoft.com/office/drawing/2014/main" id="{A55DB5E7-6843-DCF2-7FAC-6765CC3091DB}"/>
              </a:ext>
            </a:extLst>
          </p:cNvPr>
          <p:cNvSpPr/>
          <p:nvPr/>
        </p:nvSpPr>
        <p:spPr>
          <a:xfrm>
            <a:off x="5044440" y="4216400"/>
            <a:ext cx="2103121"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age-num-2">
            <a:extLst>
              <a:ext uri="{FF2B5EF4-FFF2-40B4-BE49-F238E27FC236}">
                <a16:creationId xmlns:a16="http://schemas.microsoft.com/office/drawing/2014/main" id="{BAB38FA1-F44F-1C5E-0DB6-32FB5C148B2B}"/>
              </a:ext>
            </a:extLst>
          </p:cNvPr>
          <p:cNvSpPr txBox="1"/>
          <p:nvPr/>
        </p:nvSpPr>
        <p:spPr>
          <a:xfrm>
            <a:off x="5247640" y="4521200"/>
            <a:ext cx="304800" cy="276999"/>
          </a:xfrm>
          <a:prstGeom prst="rect">
            <a:avLst/>
          </a:prstGeom>
          <a:noFill/>
        </p:spPr>
        <p:txBody>
          <a:bodyPr vert="horz" wrap="square" lIns="0" tIns="0" rIns="0" bIns="0" rtlCol="0">
            <a:noAutofit/>
          </a:bodyPr>
          <a:lstStyle/>
          <a:p>
            <a:r>
              <a:rPr lang="en-US" altLang="zh-CN" sz="800" b="1">
                <a:solidFill>
                  <a:srgbClr val="5B45C8"/>
                </a:solidFill>
                <a:latin typeface="Aptos" panose="020B0004020202020204" pitchFamily="34" charset="0"/>
              </a:rPr>
              <a:t>03</a:t>
            </a:r>
            <a:endParaRPr lang="zh-CN" altLang="en-US" sz="800" b="1">
              <a:solidFill>
                <a:srgbClr val="5B45C8"/>
              </a:solidFill>
              <a:latin typeface="Aptos" panose="020B0004020202020204" pitchFamily="34" charset="0"/>
            </a:endParaRPr>
          </a:p>
        </p:txBody>
      </p:sp>
      <p:sp>
        <p:nvSpPr>
          <p:cNvPr id="35" name="stage-name-2">
            <a:extLst>
              <a:ext uri="{FF2B5EF4-FFF2-40B4-BE49-F238E27FC236}">
                <a16:creationId xmlns:a16="http://schemas.microsoft.com/office/drawing/2014/main" id="{4ABCF775-C6F9-1DFE-7868-F41B8948BC06}"/>
              </a:ext>
            </a:extLst>
          </p:cNvPr>
          <p:cNvSpPr txBox="1"/>
          <p:nvPr/>
        </p:nvSpPr>
        <p:spPr>
          <a:xfrm>
            <a:off x="562864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CodeDye</a:t>
            </a:r>
            <a:endParaRPr lang="zh-CN" altLang="en-US" sz="860" b="1">
              <a:solidFill>
                <a:srgbClr val="071A3D"/>
              </a:solidFill>
              <a:latin typeface="Aptos" panose="020B0004020202020204" pitchFamily="34" charset="0"/>
            </a:endParaRPr>
          </a:p>
        </p:txBody>
      </p:sp>
      <p:sp>
        <p:nvSpPr>
          <p:cNvPr id="36" name="stage-admit-2">
            <a:extLst>
              <a:ext uri="{FF2B5EF4-FFF2-40B4-BE49-F238E27FC236}">
                <a16:creationId xmlns:a16="http://schemas.microsoft.com/office/drawing/2014/main" id="{F991C0BA-589D-598B-6683-B0CB367F4697}"/>
              </a:ext>
            </a:extLst>
          </p:cNvPr>
          <p:cNvSpPr txBox="1"/>
          <p:nvPr/>
        </p:nvSpPr>
        <p:spPr>
          <a:xfrm>
            <a:off x="524764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black-box null audit</a:t>
            </a:r>
            <a:endParaRPr lang="zh-CN" altLang="en-US" sz="730">
              <a:solidFill>
                <a:srgbClr val="4A5B78"/>
              </a:solidFill>
              <a:latin typeface="Aptos" panose="020B0004020202020204" pitchFamily="34" charset="0"/>
            </a:endParaRPr>
          </a:p>
        </p:txBody>
      </p:sp>
      <p:sp>
        <p:nvSpPr>
          <p:cNvPr id="37" name="stage-block-2">
            <a:extLst>
              <a:ext uri="{FF2B5EF4-FFF2-40B4-BE49-F238E27FC236}">
                <a16:creationId xmlns:a16="http://schemas.microsoft.com/office/drawing/2014/main" id="{F94926CC-481B-4909-5276-E0D6F4FFAAD1}"/>
              </a:ext>
            </a:extLst>
          </p:cNvPr>
          <p:cNvSpPr txBox="1"/>
          <p:nvPr/>
        </p:nvSpPr>
        <p:spPr>
          <a:xfrm>
            <a:off x="524764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provider accusation</a:t>
            </a:r>
            <a:endParaRPr lang="zh-CN" altLang="en-US" sz="730" b="1">
              <a:solidFill>
                <a:srgbClr val="B8293C"/>
              </a:solidFill>
              <a:latin typeface="Aptos" panose="020B0004020202020204" pitchFamily="34" charset="0"/>
            </a:endParaRPr>
          </a:p>
        </p:txBody>
      </p:sp>
      <p:cxnSp>
        <p:nvCxnSpPr>
          <p:cNvPr id="38" name="stage-tie-2">
            <a:extLst>
              <a:ext uri="{FF2B5EF4-FFF2-40B4-BE49-F238E27FC236}">
                <a16:creationId xmlns:a16="http://schemas.microsoft.com/office/drawing/2014/main" id="{D5579185-7F05-55DE-FCDB-9C64A291C2B4}"/>
              </a:ext>
            </a:extLst>
          </p:cNvPr>
          <p:cNvCxnSpPr/>
          <p:nvPr/>
        </p:nvCxnSpPr>
        <p:spPr>
          <a:xfrm>
            <a:off x="6096000" y="3759200"/>
            <a:ext cx="0" cy="457200"/>
          </a:xfrm>
          <a:prstGeom prst="line">
            <a:avLst/>
          </a:prstGeom>
          <a:ln w="13970">
            <a:solidFill>
              <a:srgbClr val="5B45C8"/>
            </a:solidFill>
          </a:ln>
        </p:spPr>
        <p:style>
          <a:lnRef idx="1">
            <a:schemeClr val="accent1"/>
          </a:lnRef>
          <a:fillRef idx="0">
            <a:schemeClr val="accent1"/>
          </a:fillRef>
          <a:effectRef idx="0">
            <a:schemeClr val="accent1"/>
          </a:effectRef>
          <a:fontRef idx="minor">
            <a:schemeClr val="tx1"/>
          </a:fontRef>
        </p:style>
      </p:cxnSp>
      <p:sp>
        <p:nvSpPr>
          <p:cNvPr id="39" name="stage-3">
            <a:extLst>
              <a:ext uri="{FF2B5EF4-FFF2-40B4-BE49-F238E27FC236}">
                <a16:creationId xmlns:a16="http://schemas.microsoft.com/office/drawing/2014/main" id="{BABB8E52-48B4-498E-0D63-245A9BDF3BB0}"/>
              </a:ext>
            </a:extLst>
          </p:cNvPr>
          <p:cNvSpPr/>
          <p:nvPr/>
        </p:nvSpPr>
        <p:spPr>
          <a:xfrm>
            <a:off x="714756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stage-band-3">
            <a:extLst>
              <a:ext uri="{FF2B5EF4-FFF2-40B4-BE49-F238E27FC236}">
                <a16:creationId xmlns:a16="http://schemas.microsoft.com/office/drawing/2014/main" id="{7B758EDE-D0DA-AF17-2570-05E0ACB489D0}"/>
              </a:ext>
            </a:extLst>
          </p:cNvPr>
          <p:cNvSpPr/>
          <p:nvPr/>
        </p:nvSpPr>
        <p:spPr>
          <a:xfrm>
            <a:off x="7147560" y="4216400"/>
            <a:ext cx="210312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tage-num-3">
            <a:extLst>
              <a:ext uri="{FF2B5EF4-FFF2-40B4-BE49-F238E27FC236}">
                <a16:creationId xmlns:a16="http://schemas.microsoft.com/office/drawing/2014/main" id="{95D53A93-205F-6AE5-FF67-5FD3B6486ED1}"/>
              </a:ext>
            </a:extLst>
          </p:cNvPr>
          <p:cNvSpPr txBox="1"/>
          <p:nvPr/>
        </p:nvSpPr>
        <p:spPr>
          <a:xfrm>
            <a:off x="7350760" y="4521200"/>
            <a:ext cx="304800" cy="276999"/>
          </a:xfrm>
          <a:prstGeom prst="rect">
            <a:avLst/>
          </a:prstGeom>
          <a:noFill/>
        </p:spPr>
        <p:txBody>
          <a:bodyPr vert="horz" wrap="square" lIns="0" tIns="0" rIns="0" bIns="0" rtlCol="0">
            <a:noAutofit/>
          </a:bodyPr>
          <a:lstStyle/>
          <a:p>
            <a:r>
              <a:rPr lang="en-US" altLang="zh-CN" sz="800" b="1">
                <a:solidFill>
                  <a:srgbClr val="B85C00"/>
                </a:solidFill>
                <a:latin typeface="Aptos" panose="020B0004020202020204" pitchFamily="34" charset="0"/>
              </a:rPr>
              <a:t>04</a:t>
            </a:r>
            <a:endParaRPr lang="zh-CN" altLang="en-US" sz="800" b="1">
              <a:solidFill>
                <a:srgbClr val="B85C00"/>
              </a:solidFill>
              <a:latin typeface="Aptos" panose="020B0004020202020204" pitchFamily="34" charset="0"/>
            </a:endParaRPr>
          </a:p>
        </p:txBody>
      </p:sp>
      <p:sp>
        <p:nvSpPr>
          <p:cNvPr id="42" name="stage-name-3">
            <a:extLst>
              <a:ext uri="{FF2B5EF4-FFF2-40B4-BE49-F238E27FC236}">
                <a16:creationId xmlns:a16="http://schemas.microsoft.com/office/drawing/2014/main" id="{DF8F0045-319C-79EC-83F9-216856EC0597}"/>
              </a:ext>
            </a:extLst>
          </p:cNvPr>
          <p:cNvSpPr txBox="1"/>
          <p:nvPr/>
        </p:nvSpPr>
        <p:spPr>
          <a:xfrm>
            <a:off x="773176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ProbeTrace</a:t>
            </a:r>
            <a:endParaRPr lang="zh-CN" altLang="en-US" sz="860" b="1">
              <a:solidFill>
                <a:srgbClr val="071A3D"/>
              </a:solidFill>
              <a:latin typeface="Aptos" panose="020B0004020202020204" pitchFamily="34" charset="0"/>
            </a:endParaRPr>
          </a:p>
        </p:txBody>
      </p:sp>
      <p:sp>
        <p:nvSpPr>
          <p:cNvPr id="43" name="stage-admit-3">
            <a:extLst>
              <a:ext uri="{FF2B5EF4-FFF2-40B4-BE49-F238E27FC236}">
                <a16:creationId xmlns:a16="http://schemas.microsoft.com/office/drawing/2014/main" id="{3002D424-38CC-24C5-D5F4-C2B5FE2D2012}"/>
              </a:ext>
            </a:extLst>
          </p:cNvPr>
          <p:cNvSpPr txBox="1"/>
          <p:nvPr/>
        </p:nvSpPr>
        <p:spPr>
          <a:xfrm>
            <a:off x="735076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owner attribution</a:t>
            </a:r>
            <a:endParaRPr lang="zh-CN" altLang="en-US" sz="730">
              <a:solidFill>
                <a:srgbClr val="4A5B78"/>
              </a:solidFill>
              <a:latin typeface="Aptos" panose="020B0004020202020204" pitchFamily="34" charset="0"/>
            </a:endParaRPr>
          </a:p>
        </p:txBody>
      </p:sp>
      <p:sp>
        <p:nvSpPr>
          <p:cNvPr id="44" name="stage-block-3">
            <a:extLst>
              <a:ext uri="{FF2B5EF4-FFF2-40B4-BE49-F238E27FC236}">
                <a16:creationId xmlns:a16="http://schemas.microsoft.com/office/drawing/2014/main" id="{AC5B74A4-0FAB-6671-5B65-3CCC53F7AA77}"/>
              </a:ext>
            </a:extLst>
          </p:cNvPr>
          <p:cNvSpPr txBox="1"/>
          <p:nvPr/>
        </p:nvSpPr>
        <p:spPr>
          <a:xfrm>
            <a:off x="735076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false-owner claim</a:t>
            </a:r>
            <a:endParaRPr lang="zh-CN" altLang="en-US" sz="730" b="1">
              <a:solidFill>
                <a:srgbClr val="B8293C"/>
              </a:solidFill>
              <a:latin typeface="Aptos" panose="020B0004020202020204" pitchFamily="34" charset="0"/>
            </a:endParaRPr>
          </a:p>
        </p:txBody>
      </p:sp>
      <p:cxnSp>
        <p:nvCxnSpPr>
          <p:cNvPr id="45" name="stage-tie-3">
            <a:extLst>
              <a:ext uri="{FF2B5EF4-FFF2-40B4-BE49-F238E27FC236}">
                <a16:creationId xmlns:a16="http://schemas.microsoft.com/office/drawing/2014/main" id="{A9607FBF-C01D-05F8-2BBF-55EF11A16EEB}"/>
              </a:ext>
            </a:extLst>
          </p:cNvPr>
          <p:cNvCxnSpPr/>
          <p:nvPr/>
        </p:nvCxnSpPr>
        <p:spPr>
          <a:xfrm>
            <a:off x="8199120" y="3759200"/>
            <a:ext cx="0" cy="457200"/>
          </a:xfrm>
          <a:prstGeom prst="line">
            <a:avLst/>
          </a:prstGeom>
          <a:ln w="13970">
            <a:solidFill>
              <a:srgbClr val="B85C00"/>
            </a:solidFill>
          </a:ln>
        </p:spPr>
        <p:style>
          <a:lnRef idx="1">
            <a:schemeClr val="accent1"/>
          </a:lnRef>
          <a:fillRef idx="0">
            <a:schemeClr val="accent1"/>
          </a:fillRef>
          <a:effectRef idx="0">
            <a:schemeClr val="accent1"/>
          </a:effectRef>
          <a:fontRef idx="minor">
            <a:schemeClr val="tx1"/>
          </a:fontRef>
        </p:style>
      </p:cxnSp>
      <p:sp>
        <p:nvSpPr>
          <p:cNvPr id="46" name="stage-4">
            <a:extLst>
              <a:ext uri="{FF2B5EF4-FFF2-40B4-BE49-F238E27FC236}">
                <a16:creationId xmlns:a16="http://schemas.microsoft.com/office/drawing/2014/main" id="{DCB34E4F-E6CD-9891-0833-3943CB962818}"/>
              </a:ext>
            </a:extLst>
          </p:cNvPr>
          <p:cNvSpPr/>
          <p:nvPr/>
        </p:nvSpPr>
        <p:spPr>
          <a:xfrm>
            <a:off x="925068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tage-band-4">
            <a:extLst>
              <a:ext uri="{FF2B5EF4-FFF2-40B4-BE49-F238E27FC236}">
                <a16:creationId xmlns:a16="http://schemas.microsoft.com/office/drawing/2014/main" id="{E8D82F5B-87D2-FBB7-2DC7-65FA63AB2889}"/>
              </a:ext>
            </a:extLst>
          </p:cNvPr>
          <p:cNvSpPr/>
          <p:nvPr/>
        </p:nvSpPr>
        <p:spPr>
          <a:xfrm>
            <a:off x="9250680" y="4216400"/>
            <a:ext cx="2103120" cy="889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stage-num-4">
            <a:extLst>
              <a:ext uri="{FF2B5EF4-FFF2-40B4-BE49-F238E27FC236}">
                <a16:creationId xmlns:a16="http://schemas.microsoft.com/office/drawing/2014/main" id="{DA978863-45BB-E701-3AE7-B8398DA0C95F}"/>
              </a:ext>
            </a:extLst>
          </p:cNvPr>
          <p:cNvSpPr txBox="1"/>
          <p:nvPr/>
        </p:nvSpPr>
        <p:spPr>
          <a:xfrm>
            <a:off x="9453880" y="4521200"/>
            <a:ext cx="304800" cy="276999"/>
          </a:xfrm>
          <a:prstGeom prst="rect">
            <a:avLst/>
          </a:prstGeom>
          <a:noFill/>
        </p:spPr>
        <p:txBody>
          <a:bodyPr vert="horz" wrap="square" lIns="0" tIns="0" rIns="0" bIns="0" rtlCol="0">
            <a:noAutofit/>
          </a:bodyPr>
          <a:lstStyle/>
          <a:p>
            <a:r>
              <a:rPr lang="en-US" altLang="zh-CN" sz="800" b="1">
                <a:solidFill>
                  <a:srgbClr val="1F7A4D"/>
                </a:solidFill>
                <a:latin typeface="Aptos" panose="020B0004020202020204" pitchFamily="34" charset="0"/>
              </a:rPr>
              <a:t>05</a:t>
            </a:r>
            <a:endParaRPr lang="zh-CN" altLang="en-US" sz="800" b="1">
              <a:solidFill>
                <a:srgbClr val="1F7A4D"/>
              </a:solidFill>
              <a:latin typeface="Aptos" panose="020B0004020202020204" pitchFamily="34" charset="0"/>
            </a:endParaRPr>
          </a:p>
        </p:txBody>
      </p:sp>
      <p:sp>
        <p:nvSpPr>
          <p:cNvPr id="49" name="stage-name-4">
            <a:extLst>
              <a:ext uri="{FF2B5EF4-FFF2-40B4-BE49-F238E27FC236}">
                <a16:creationId xmlns:a16="http://schemas.microsoft.com/office/drawing/2014/main" id="{032B2352-E349-1CD6-35AD-1A9757FCF4A2}"/>
              </a:ext>
            </a:extLst>
          </p:cNvPr>
          <p:cNvSpPr txBox="1"/>
          <p:nvPr/>
        </p:nvSpPr>
        <p:spPr>
          <a:xfrm>
            <a:off x="983488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SealAudit</a:t>
            </a:r>
            <a:endParaRPr lang="zh-CN" altLang="en-US" sz="860" b="1">
              <a:solidFill>
                <a:srgbClr val="071A3D"/>
              </a:solidFill>
              <a:latin typeface="Aptos" panose="020B0004020202020204" pitchFamily="34" charset="0"/>
            </a:endParaRPr>
          </a:p>
        </p:txBody>
      </p:sp>
      <p:sp>
        <p:nvSpPr>
          <p:cNvPr id="50" name="stage-admit-4">
            <a:extLst>
              <a:ext uri="{FF2B5EF4-FFF2-40B4-BE49-F238E27FC236}">
                <a16:creationId xmlns:a16="http://schemas.microsoft.com/office/drawing/2014/main" id="{CE6B33D8-6879-F941-9CAC-5E4CF8B391CC}"/>
              </a:ext>
            </a:extLst>
          </p:cNvPr>
          <p:cNvSpPr txBox="1"/>
          <p:nvPr/>
        </p:nvSpPr>
        <p:spPr>
          <a:xfrm>
            <a:off x="945388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security triage</a:t>
            </a:r>
            <a:endParaRPr lang="zh-CN" altLang="en-US" sz="730">
              <a:solidFill>
                <a:srgbClr val="4A5B78"/>
              </a:solidFill>
              <a:latin typeface="Aptos" panose="020B0004020202020204" pitchFamily="34" charset="0"/>
            </a:endParaRPr>
          </a:p>
        </p:txBody>
      </p:sp>
      <p:sp>
        <p:nvSpPr>
          <p:cNvPr id="51" name="stage-block-4">
            <a:extLst>
              <a:ext uri="{FF2B5EF4-FFF2-40B4-BE49-F238E27FC236}">
                <a16:creationId xmlns:a16="http://schemas.microsoft.com/office/drawing/2014/main" id="{3AAB8F7A-1A99-FDAC-99A8-610BA8B39E7A}"/>
              </a:ext>
            </a:extLst>
          </p:cNvPr>
          <p:cNvSpPr txBox="1"/>
          <p:nvPr/>
        </p:nvSpPr>
        <p:spPr>
          <a:xfrm>
            <a:off x="945388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safety certificate</a:t>
            </a:r>
            <a:endParaRPr lang="zh-CN" altLang="en-US" sz="730" b="1">
              <a:solidFill>
                <a:srgbClr val="B8293C"/>
              </a:solidFill>
              <a:latin typeface="Aptos" panose="020B0004020202020204" pitchFamily="34" charset="0"/>
            </a:endParaRPr>
          </a:p>
        </p:txBody>
      </p:sp>
      <p:cxnSp>
        <p:nvCxnSpPr>
          <p:cNvPr id="52" name="stage-tie-4">
            <a:extLst>
              <a:ext uri="{FF2B5EF4-FFF2-40B4-BE49-F238E27FC236}">
                <a16:creationId xmlns:a16="http://schemas.microsoft.com/office/drawing/2014/main" id="{BCCB9272-158B-E9A1-7FE3-E02CE512EA22}"/>
              </a:ext>
            </a:extLst>
          </p:cNvPr>
          <p:cNvCxnSpPr/>
          <p:nvPr/>
        </p:nvCxnSpPr>
        <p:spPr>
          <a:xfrm>
            <a:off x="10302240" y="3759200"/>
            <a:ext cx="0" cy="457200"/>
          </a:xfrm>
          <a:prstGeom prst="line">
            <a:avLst/>
          </a:prstGeom>
          <a:ln w="13970">
            <a:solidFill>
              <a:srgbClr val="1F7A4D"/>
            </a:solidFill>
          </a:ln>
        </p:spPr>
        <p:style>
          <a:lnRef idx="1">
            <a:schemeClr val="accent1"/>
          </a:lnRef>
          <a:fillRef idx="0">
            <a:schemeClr val="accent1"/>
          </a:fillRef>
          <a:effectRef idx="0">
            <a:schemeClr val="accent1"/>
          </a:effectRef>
          <a:fontRef idx="minor">
            <a:schemeClr val="tx1"/>
          </a:fontRef>
        </p:style>
      </p:cxnSp>
      <p:sp>
        <p:nvSpPr>
          <p:cNvPr id="53" name="takeaway">
            <a:extLst>
              <a:ext uri="{FF2B5EF4-FFF2-40B4-BE49-F238E27FC236}">
                <a16:creationId xmlns:a16="http://schemas.microsoft.com/office/drawing/2014/main" id="{1D26383B-C145-4DCA-23DF-B72C4AFB0A5C}"/>
              </a:ext>
            </a:extLst>
          </p:cNvPr>
          <p:cNvSpPr/>
          <p:nvPr/>
        </p:nvSpPr>
        <p:spPr>
          <a:xfrm>
            <a:off x="1498600" y="5740400"/>
            <a:ext cx="91948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takeaway-t">
            <a:extLst>
              <a:ext uri="{FF2B5EF4-FFF2-40B4-BE49-F238E27FC236}">
                <a16:creationId xmlns:a16="http://schemas.microsoft.com/office/drawing/2014/main" id="{CF6439AB-E84E-1B1E-AA18-D6F072DBF034}"/>
              </a:ext>
            </a:extLst>
          </p:cNvPr>
          <p:cNvSpPr txBox="1"/>
          <p:nvPr/>
        </p:nvSpPr>
        <p:spPr>
          <a:xfrm>
            <a:off x="1905000" y="5829300"/>
            <a:ext cx="83820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One discipline, five access models: each result is allowed to be narrow, but never vague.</a:t>
            </a:r>
            <a:endParaRPr lang="zh-CN" altLang="en-US" sz="780" b="1">
              <a:solidFill>
                <a:srgbClr val="071A3D"/>
              </a:solidFill>
              <a:latin typeface="Aptos" panose="020B0004020202020204" pitchFamily="34" charset="0"/>
            </a:endParaRPr>
          </a:p>
        </p:txBody>
      </p:sp>
      <p:sp>
        <p:nvSpPr>
          <p:cNvPr id="55" name="footer-hit-5">
            <a:hlinkClick r:id="rId4"/>
            <a:extLst>
              <a:ext uri="{FF2B5EF4-FFF2-40B4-BE49-F238E27FC236}">
                <a16:creationId xmlns:a16="http://schemas.microsoft.com/office/drawing/2014/main" id="{76ADEE44-C03C-9AE3-6FA7-4350DE447CCF}"/>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6219338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7"/>
                                        </p:tgtEl>
                                        <p:attrNameLst>
                                          <p:attrName>style.visibility</p:attrName>
                                        </p:attrNameLst>
                                      </p:cBhvr>
                                      <p:to>
                                        <p:strVal val="visible"/>
                                      </p:to>
                                    </p:set>
                                    <p:animEffect transition="in" filter="fade">
                                      <p:cBhvr>
                                        <p:cTn id="143" dur="160"/>
                                        <p:tgtEl>
                                          <p:spTgt spid="47"/>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160"/>
                                        <p:tgtEl>
                                          <p:spTgt spid="48"/>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9"/>
                                        </p:tgtEl>
                                        <p:attrNameLst>
                                          <p:attrName>style.visibility</p:attrName>
                                        </p:attrNameLst>
                                      </p:cBhvr>
                                      <p:to>
                                        <p:strVal val="visible"/>
                                      </p:to>
                                    </p:set>
                                    <p:animEffect transition="in" filter="fade">
                                      <p:cBhvr>
                                        <p:cTn id="151" dur="160"/>
                                        <p:tgtEl>
                                          <p:spTgt spid="49"/>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160"/>
                                        <p:tgtEl>
                                          <p:spTgt spid="50"/>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1"/>
                                        </p:tgtEl>
                                        <p:attrNameLst>
                                          <p:attrName>style.visibility</p:attrName>
                                        </p:attrNameLst>
                                      </p:cBhvr>
                                      <p:to>
                                        <p:strVal val="visible"/>
                                      </p:to>
                                    </p:set>
                                    <p:animEffect transition="in" filter="fade">
                                      <p:cBhvr>
                                        <p:cTn id="159" dur="160"/>
                                        <p:tgtEl>
                                          <p:spTgt spid="51"/>
                                        </p:tgtEl>
                                      </p:cBhvr>
                                    </p:animEffect>
                                  </p:childTnLst>
                                </p:cTn>
                              </p:par>
                            </p:childTnLst>
                          </p:cTn>
                        </p:par>
                        <p:par>
                          <p:cTn id="160" fill="hold">
                            <p:stCondLst>
                              <p:cond delay="6240"/>
                            </p:stCondLst>
                            <p:childTnLst>
                              <p:par>
                                <p:cTn id="161" presetID="10" presetClass="entr" presetSubtype="0" fill="hold" nodeType="afterEffect">
                                  <p:stCondLst>
                                    <p:cond delay="0"/>
                                  </p:stCondLst>
                                  <p:childTnLst>
                                    <p:set>
                                      <p:cBhvr>
                                        <p:cTn id="162" dur="1" fill="hold">
                                          <p:stCondLst>
                                            <p:cond delay="0"/>
                                          </p:stCondLst>
                                        </p:cTn>
                                        <p:tgtEl>
                                          <p:spTgt spid="52"/>
                                        </p:tgtEl>
                                        <p:attrNameLst>
                                          <p:attrName>style.visibility</p:attrName>
                                        </p:attrNameLst>
                                      </p:cBhvr>
                                      <p:to>
                                        <p:strVal val="visible"/>
                                      </p:to>
                                    </p:set>
                                    <p:animEffect transition="in" filter="fade">
                                      <p:cBhvr>
                                        <p:cTn id="163" dur="160"/>
                                        <p:tgtEl>
                                          <p:spTgt spid="52"/>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3"/>
                                        </p:tgtEl>
                                        <p:attrNameLst>
                                          <p:attrName>style.visibility</p:attrName>
                                        </p:attrNameLst>
                                      </p:cBhvr>
                                      <p:to>
                                        <p:strVal val="visible"/>
                                      </p:to>
                                    </p:set>
                                    <p:animEffect transition="in" filter="fade">
                                      <p:cBhvr>
                                        <p:cTn id="167" dur="160"/>
                                        <p:tgtEl>
                                          <p:spTgt spid="53"/>
                                        </p:tgtEl>
                                      </p:cBhvr>
                                    </p:animEffect>
                                  </p:childTnLst>
                                </p:cTn>
                              </p:par>
                            </p:childTnLst>
                          </p:cTn>
                        </p:par>
                        <p:par>
                          <p:cTn id="168" fill="hold">
                            <p:stCondLst>
                              <p:cond delay="6560"/>
                            </p:stCondLst>
                            <p:childTnLst>
                              <p:par>
                                <p:cTn id="169" presetID="10" presetClass="entr" presetSubtype="0" fill="hold" grpId="0" nodeType="after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1" dur="16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8" grpId="0" animBg="1"/>
      <p:bldP spid="19" grpId="0" animBg="1"/>
      <p:bldP spid="20" grpId="0"/>
      <p:bldP spid="21" grpId="0"/>
      <p:bldP spid="22" grpId="0"/>
      <p:bldP spid="23" grpId="0"/>
      <p:bldP spid="25" grpId="0" animBg="1"/>
      <p:bldP spid="26" grpId="0" animBg="1"/>
      <p:bldP spid="27" grpId="0"/>
      <p:bldP spid="28" grpId="0"/>
      <p:bldP spid="29" grpId="0"/>
      <p:bldP spid="30" grpId="0"/>
      <p:bldP spid="32" grpId="0" animBg="1"/>
      <p:bldP spid="33" grpId="0" animBg="1"/>
      <p:bldP spid="34" grpId="0"/>
      <p:bldP spid="35" grpId="0"/>
      <p:bldP spid="36" grpId="0"/>
      <p:bldP spid="37" grpId="0"/>
      <p:bldP spid="39" grpId="0" animBg="1"/>
      <p:bldP spid="40" grpId="0" animBg="1"/>
      <p:bldP spid="41" grpId="0"/>
      <p:bldP spid="42" grpId="0"/>
      <p:bldP spid="43" grpId="0"/>
      <p:bldP spid="44" grpId="0"/>
      <p:bldP spid="46" grpId="0" animBg="1"/>
      <p:bldP spid="47" grpId="0" animBg="1"/>
      <p:bldP spid="48" grpId="0"/>
      <p:bldP spid="49" grpId="0"/>
      <p:bldP spid="50" grpId="0"/>
      <p:bldP spid="51" grpId="0"/>
      <p:bldP spid="53" grpId="0" animBg="1"/>
      <p:bldP spid="5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85C3FA16-B35A-7ABE-55D9-0A695594AF4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D53C3B8-CF32-05D1-0FB9-3378B314F409}"/>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FA017FC5-99BB-0701-B655-58E96C8A96BA}"/>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DCCA9C0D-580C-98C5-1E53-7F81E5EDA05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METHOD CORE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7159637B-26C1-0C43-A2DB-1792733DE910}"/>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5A25123-380C-0F21-1D17-0F4B01F4E80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AC535164-4557-CCFA-9AEA-D1173ACBD96B}"/>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BC072529-CD16-DCCE-3E77-04E6A020C3D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D33FD1F9-2C54-43E7-DA40-4964648B3BD6}"/>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Evidence is frozen first; interpretation comes second.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29E9F921-33D9-809D-600C-D032073294FD}"/>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method is an admission protocol, not only a collection of detectors.</a:t>
            </a:r>
            <a:endParaRPr lang="zh-CN" altLang="en-US" sz="930">
              <a:solidFill>
                <a:srgbClr val="4A5B78"/>
              </a:solidFill>
              <a:latin typeface="Aptos" panose="020B0004020202020204" pitchFamily="34" charset="0"/>
            </a:endParaRPr>
          </a:p>
        </p:txBody>
      </p:sp>
      <p:sp>
        <p:nvSpPr>
          <p:cNvPr id="13" name="formula">
            <a:extLst>
              <a:ext uri="{FF2B5EF4-FFF2-40B4-BE49-F238E27FC236}">
                <a16:creationId xmlns:a16="http://schemas.microsoft.com/office/drawing/2014/main" id="{C0009A0C-77D7-F411-DE93-2E06D7750FBD}"/>
              </a:ext>
            </a:extLst>
          </p:cNvPr>
          <p:cNvSpPr/>
          <p:nvPr/>
        </p:nvSpPr>
        <p:spPr>
          <a:xfrm>
            <a:off x="889000" y="1905000"/>
            <a:ext cx="36830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BC2610E9-D952-DB1A-44DD-E53093C29F93}"/>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evidence object</a:t>
            </a:r>
            <a:endParaRPr lang="zh-CN" altLang="en-US" sz="77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833F48C2-6786-C005-73A2-6F9A8B0BCA7A}"/>
              </a:ext>
            </a:extLst>
          </p:cNvPr>
          <p:cNvSpPr txBox="1"/>
          <p:nvPr/>
        </p:nvSpPr>
        <p:spPr>
          <a:xfrm>
            <a:off x="1219200" y="2717800"/>
            <a:ext cx="29210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ACC2A94A-2295-3AF3-D2F3-2A204062C9F6}"/>
              </a:ext>
            </a:extLst>
          </p:cNvPr>
          <p:cNvSpPr txBox="1"/>
          <p:nvPr/>
        </p:nvSpPr>
        <p:spPr>
          <a:xfrm>
            <a:off x="1219200" y="3429000"/>
            <a:ext cx="2870200" cy="276999"/>
          </a:xfrm>
          <a:prstGeom prst="rect">
            <a:avLst/>
          </a:prstGeom>
          <a:noFill/>
        </p:spPr>
        <p:txBody>
          <a:bodyPr vert="horz" wrap="square" lIns="0" tIns="0" rIns="0" bIns="0" rtlCol="0">
            <a:noAutofit/>
          </a:bodyPr>
          <a:lstStyle/>
          <a:p>
            <a:r>
              <a:rPr lang="en-US" altLang="zh-CN" sz="980">
                <a:solidFill>
                  <a:srgbClr val="DAE8FA"/>
                </a:solidFill>
                <a:latin typeface="Aptos" panose="020B0004020202020204" pitchFamily="34" charset="0"/>
              </a:rPr>
              <a:t>D denominator
C controls
A artifact and access
H hash | B boundary</a:t>
            </a:r>
            <a:endParaRPr lang="zh-CN" altLang="en-US" sz="980">
              <a:solidFill>
                <a:srgbClr val="DAE8FA"/>
              </a:solidFill>
              <a:latin typeface="Aptos" panose="020B0004020202020204" pitchFamily="34" charset="0"/>
            </a:endParaRPr>
          </a:p>
        </p:txBody>
      </p:sp>
      <p:sp>
        <p:nvSpPr>
          <p:cNvPr id="17" name="algo">
            <a:extLst>
              <a:ext uri="{FF2B5EF4-FFF2-40B4-BE49-F238E27FC236}">
                <a16:creationId xmlns:a16="http://schemas.microsoft.com/office/drawing/2014/main" id="{E26F6AE2-CA7A-E85B-EB3F-C13E8AEC981E}"/>
              </a:ext>
            </a:extLst>
          </p:cNvPr>
          <p:cNvSpPr/>
          <p:nvPr/>
        </p:nvSpPr>
        <p:spPr>
          <a:xfrm>
            <a:off x="5334000" y="1752600"/>
            <a:ext cx="5334000" cy="2717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lgo-k">
            <a:extLst>
              <a:ext uri="{FF2B5EF4-FFF2-40B4-BE49-F238E27FC236}">
                <a16:creationId xmlns:a16="http://schemas.microsoft.com/office/drawing/2014/main" id="{BCAE9FC7-61FA-3A49-F36D-A12AE2F492FD}"/>
              </a:ext>
            </a:extLst>
          </p:cNvPr>
          <p:cNvSpPr txBox="1"/>
          <p:nvPr/>
        </p:nvSpPr>
        <p:spPr>
          <a:xfrm>
            <a:off x="5689600" y="2057400"/>
            <a:ext cx="1524000" cy="276999"/>
          </a:xfrm>
          <a:prstGeom prst="rect">
            <a:avLst/>
          </a:prstGeom>
          <a:noFill/>
        </p:spPr>
        <p:txBody>
          <a:bodyPr vert="horz" wrap="square" lIns="0" tIns="0" rIns="0" bIns="0" rtlCol="0">
            <a:noAutofit/>
          </a:bodyPr>
          <a:lstStyle/>
          <a:p>
            <a:r>
              <a:rPr lang="en-US" altLang="zh-CN" sz="780" b="1">
                <a:solidFill>
                  <a:srgbClr val="4A5B78"/>
                </a:solidFill>
                <a:latin typeface="Aptos" panose="020B0004020202020204" pitchFamily="34" charset="0"/>
              </a:rPr>
              <a:t>admission protocol</a:t>
            </a:r>
            <a:endParaRPr lang="zh-CN" altLang="en-US" sz="780" b="1">
              <a:solidFill>
                <a:srgbClr val="4A5B78"/>
              </a:solidFill>
              <a:latin typeface="Aptos" panose="020B0004020202020204" pitchFamily="34" charset="0"/>
            </a:endParaRPr>
          </a:p>
        </p:txBody>
      </p:sp>
      <p:sp>
        <p:nvSpPr>
          <p:cNvPr id="19" name="algo-t">
            <a:extLst>
              <a:ext uri="{FF2B5EF4-FFF2-40B4-BE49-F238E27FC236}">
                <a16:creationId xmlns:a16="http://schemas.microsoft.com/office/drawing/2014/main" id="{75393821-E126-676A-D589-9D7AD14AB6B3}"/>
              </a:ext>
            </a:extLst>
          </p:cNvPr>
          <p:cNvSpPr txBox="1"/>
          <p:nvPr/>
        </p:nvSpPr>
        <p:spPr>
          <a:xfrm>
            <a:off x="5689600" y="2463800"/>
            <a:ext cx="4292600" cy="276999"/>
          </a:xfrm>
          <a:prstGeom prst="rect">
            <a:avLst/>
          </a:prstGeom>
          <a:noFill/>
        </p:spPr>
        <p:txBody>
          <a:bodyPr vert="horz" wrap="square" lIns="0" tIns="0" rIns="0" bIns="0" rtlCol="0">
            <a:noAutofit/>
          </a:bodyPr>
          <a:lstStyle/>
          <a:p>
            <a:r>
              <a:rPr lang="en-US" altLang="zh-CN" sz="1400" b="1">
                <a:solidFill>
                  <a:srgbClr val="071A3D"/>
                </a:solidFill>
                <a:latin typeface="Aptos" panose="020B0004020202020204" pitchFamily="34" charset="0"/>
              </a:rPr>
              <a:t>1. freeze denominator and protocol
2. run positive and negative controls
3. preserve result artifact and hash
4. report only the bounded claim
5. abstain when evidence is insufficient</a:t>
            </a:r>
            <a:endParaRPr lang="zh-CN" altLang="en-US" sz="1400" b="1">
              <a:solidFill>
                <a:srgbClr val="071A3D"/>
              </a:solidFill>
              <a:latin typeface="Aptos" panose="020B0004020202020204" pitchFamily="34" charset="0"/>
            </a:endParaRPr>
          </a:p>
        </p:txBody>
      </p:sp>
      <p:sp>
        <p:nvSpPr>
          <p:cNvPr id="20" name="eq-0">
            <a:extLst>
              <a:ext uri="{FF2B5EF4-FFF2-40B4-BE49-F238E27FC236}">
                <a16:creationId xmlns:a16="http://schemas.microsoft.com/office/drawing/2014/main" id="{B2FCE194-2710-C82B-3BBA-267C37678623}"/>
              </a:ext>
            </a:extLst>
          </p:cNvPr>
          <p:cNvSpPr/>
          <p:nvPr/>
        </p:nvSpPr>
        <p:spPr>
          <a:xfrm>
            <a:off x="13208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eq-band-0">
            <a:extLst>
              <a:ext uri="{FF2B5EF4-FFF2-40B4-BE49-F238E27FC236}">
                <a16:creationId xmlns:a16="http://schemas.microsoft.com/office/drawing/2014/main" id="{ACB1C886-3D89-4E9A-D9FE-C8F17C0EE76B}"/>
              </a:ext>
            </a:extLst>
          </p:cNvPr>
          <p:cNvSpPr/>
          <p:nvPr/>
        </p:nvSpPr>
        <p:spPr>
          <a:xfrm>
            <a:off x="1320800" y="5054600"/>
            <a:ext cx="635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eq-n-0">
            <a:extLst>
              <a:ext uri="{FF2B5EF4-FFF2-40B4-BE49-F238E27FC236}">
                <a16:creationId xmlns:a16="http://schemas.microsoft.com/office/drawing/2014/main" id="{29360CBB-CF36-571C-5081-10AA4CBBCEF2}"/>
              </a:ext>
            </a:extLst>
          </p:cNvPr>
          <p:cNvSpPr txBox="1"/>
          <p:nvPr/>
        </p:nvSpPr>
        <p:spPr>
          <a:xfrm>
            <a:off x="1549400" y="5207000"/>
            <a:ext cx="1219200" cy="276999"/>
          </a:xfrm>
          <a:prstGeom prst="rect">
            <a:avLst/>
          </a:prstGeom>
          <a:noFill/>
        </p:spPr>
        <p:txBody>
          <a:bodyPr vert="horz" wrap="square" lIns="0" tIns="0" rIns="0" bIns="0" rtlCol="0">
            <a:noAutofit/>
          </a:bodyPr>
          <a:lstStyle/>
          <a:p>
            <a:r>
              <a:rPr lang="en-US" altLang="zh-CN" sz="810" b="1">
                <a:solidFill>
                  <a:srgbClr val="168E8B"/>
                </a:solidFill>
                <a:latin typeface="Aptos" panose="020B0004020202020204" pitchFamily="34" charset="0"/>
              </a:rPr>
              <a:t>SemCodebook</a:t>
            </a:r>
            <a:endParaRPr lang="zh-CN" altLang="en-US" sz="810" b="1">
              <a:solidFill>
                <a:srgbClr val="168E8B"/>
              </a:solidFill>
              <a:latin typeface="Aptos" panose="020B0004020202020204" pitchFamily="34" charset="0"/>
            </a:endParaRPr>
          </a:p>
        </p:txBody>
      </p:sp>
      <p:sp>
        <p:nvSpPr>
          <p:cNvPr id="23" name="eq-s-0">
            <a:extLst>
              <a:ext uri="{FF2B5EF4-FFF2-40B4-BE49-F238E27FC236}">
                <a16:creationId xmlns:a16="http://schemas.microsoft.com/office/drawing/2014/main" id="{AD288DF9-E69F-30E7-C018-5AC7063E0F4F}"/>
              </a:ext>
            </a:extLst>
          </p:cNvPr>
          <p:cNvSpPr txBox="1"/>
          <p:nvPr/>
        </p:nvSpPr>
        <p:spPr>
          <a:xfrm>
            <a:off x="15494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recover typed carriers under a keyed schedule</a:t>
            </a:r>
            <a:endParaRPr lang="zh-CN" altLang="en-US" sz="730">
              <a:solidFill>
                <a:srgbClr val="4A5B78"/>
              </a:solidFill>
              <a:latin typeface="Aptos" panose="020B0004020202020204" pitchFamily="34" charset="0"/>
            </a:endParaRPr>
          </a:p>
        </p:txBody>
      </p:sp>
      <p:sp>
        <p:nvSpPr>
          <p:cNvPr id="24" name="eq-1">
            <a:extLst>
              <a:ext uri="{FF2B5EF4-FFF2-40B4-BE49-F238E27FC236}">
                <a16:creationId xmlns:a16="http://schemas.microsoft.com/office/drawing/2014/main" id="{F5BD9918-D5FE-5B06-8950-4228C0086E01}"/>
              </a:ext>
            </a:extLst>
          </p:cNvPr>
          <p:cNvSpPr/>
          <p:nvPr/>
        </p:nvSpPr>
        <p:spPr>
          <a:xfrm>
            <a:off x="45212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eq-band-1">
            <a:extLst>
              <a:ext uri="{FF2B5EF4-FFF2-40B4-BE49-F238E27FC236}">
                <a16:creationId xmlns:a16="http://schemas.microsoft.com/office/drawing/2014/main" id="{B3E4390C-6B0E-2F7B-EEEF-E622E6BA9751}"/>
              </a:ext>
            </a:extLst>
          </p:cNvPr>
          <p:cNvSpPr/>
          <p:nvPr/>
        </p:nvSpPr>
        <p:spPr>
          <a:xfrm>
            <a:off x="4521200" y="5054600"/>
            <a:ext cx="635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eq-n-1">
            <a:extLst>
              <a:ext uri="{FF2B5EF4-FFF2-40B4-BE49-F238E27FC236}">
                <a16:creationId xmlns:a16="http://schemas.microsoft.com/office/drawing/2014/main" id="{6D14910D-F759-1B8F-4486-EA1CE47A47F1}"/>
              </a:ext>
            </a:extLst>
          </p:cNvPr>
          <p:cNvSpPr txBox="1"/>
          <p:nvPr/>
        </p:nvSpPr>
        <p:spPr>
          <a:xfrm>
            <a:off x="4749800" y="5207000"/>
            <a:ext cx="1219200" cy="276999"/>
          </a:xfrm>
          <a:prstGeom prst="rect">
            <a:avLst/>
          </a:prstGeom>
          <a:noFill/>
        </p:spPr>
        <p:txBody>
          <a:bodyPr vert="horz" wrap="square" lIns="0" tIns="0" rIns="0" bIns="0" rtlCol="0">
            <a:noAutofit/>
          </a:bodyPr>
          <a:lstStyle/>
          <a:p>
            <a:r>
              <a:rPr lang="en-US" altLang="zh-CN" sz="810" b="1">
                <a:solidFill>
                  <a:srgbClr val="B85C00"/>
                </a:solidFill>
                <a:latin typeface="Aptos" panose="020B0004020202020204" pitchFamily="34" charset="0"/>
              </a:rPr>
              <a:t>ProbeTrace</a:t>
            </a:r>
            <a:endParaRPr lang="zh-CN" altLang="en-US" sz="810" b="1">
              <a:solidFill>
                <a:srgbClr val="B85C00"/>
              </a:solidFill>
              <a:latin typeface="Aptos" panose="020B0004020202020204" pitchFamily="34" charset="0"/>
            </a:endParaRPr>
          </a:p>
        </p:txBody>
      </p:sp>
      <p:sp>
        <p:nvSpPr>
          <p:cNvPr id="27" name="eq-s-1">
            <a:extLst>
              <a:ext uri="{FF2B5EF4-FFF2-40B4-BE49-F238E27FC236}">
                <a16:creationId xmlns:a16="http://schemas.microsoft.com/office/drawing/2014/main" id="{444B919F-EEA3-B8D0-C405-E4F953C890C3}"/>
              </a:ext>
            </a:extLst>
          </p:cNvPr>
          <p:cNvSpPr txBox="1"/>
          <p:nvPr/>
        </p:nvSpPr>
        <p:spPr>
          <a:xfrm>
            <a:off x="47498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margin = s_true - max(s_false)</a:t>
            </a:r>
            <a:endParaRPr lang="zh-CN" altLang="en-US" sz="730">
              <a:solidFill>
                <a:srgbClr val="4A5B78"/>
              </a:solidFill>
              <a:latin typeface="Aptos" panose="020B0004020202020204" pitchFamily="34" charset="0"/>
            </a:endParaRPr>
          </a:p>
        </p:txBody>
      </p:sp>
      <p:sp>
        <p:nvSpPr>
          <p:cNvPr id="28" name="eq-2">
            <a:extLst>
              <a:ext uri="{FF2B5EF4-FFF2-40B4-BE49-F238E27FC236}">
                <a16:creationId xmlns:a16="http://schemas.microsoft.com/office/drawing/2014/main" id="{A63211EA-0499-752C-01C7-86B303FF5B3D}"/>
              </a:ext>
            </a:extLst>
          </p:cNvPr>
          <p:cNvSpPr/>
          <p:nvPr/>
        </p:nvSpPr>
        <p:spPr>
          <a:xfrm>
            <a:off x="77216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eq-band-2">
            <a:extLst>
              <a:ext uri="{FF2B5EF4-FFF2-40B4-BE49-F238E27FC236}">
                <a16:creationId xmlns:a16="http://schemas.microsoft.com/office/drawing/2014/main" id="{4E1B1167-9C34-322A-332B-3C77F14CD52F}"/>
              </a:ext>
            </a:extLst>
          </p:cNvPr>
          <p:cNvSpPr/>
          <p:nvPr/>
        </p:nvSpPr>
        <p:spPr>
          <a:xfrm>
            <a:off x="7721600" y="5054600"/>
            <a:ext cx="635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eq-n-2">
            <a:extLst>
              <a:ext uri="{FF2B5EF4-FFF2-40B4-BE49-F238E27FC236}">
                <a16:creationId xmlns:a16="http://schemas.microsoft.com/office/drawing/2014/main" id="{C8FB41CA-A315-8D77-8702-ECC6EEA9E049}"/>
              </a:ext>
            </a:extLst>
          </p:cNvPr>
          <p:cNvSpPr txBox="1"/>
          <p:nvPr/>
        </p:nvSpPr>
        <p:spPr>
          <a:xfrm>
            <a:off x="7950200" y="5207000"/>
            <a:ext cx="1219200" cy="276999"/>
          </a:xfrm>
          <a:prstGeom prst="rect">
            <a:avLst/>
          </a:prstGeom>
          <a:noFill/>
        </p:spPr>
        <p:txBody>
          <a:bodyPr vert="horz" wrap="square" lIns="0" tIns="0" rIns="0" bIns="0" rtlCol="0">
            <a:noAutofit/>
          </a:bodyPr>
          <a:lstStyle/>
          <a:p>
            <a:r>
              <a:rPr lang="en-US" altLang="zh-CN" sz="810" b="1">
                <a:solidFill>
                  <a:srgbClr val="1F7A4D"/>
                </a:solidFill>
                <a:latin typeface="Aptos" panose="020B0004020202020204" pitchFamily="34" charset="0"/>
              </a:rPr>
              <a:t>SealAudit</a:t>
            </a:r>
            <a:endParaRPr lang="zh-CN" altLang="en-US" sz="810" b="1">
              <a:solidFill>
                <a:srgbClr val="1F7A4D"/>
              </a:solidFill>
              <a:latin typeface="Aptos" panose="020B0004020202020204" pitchFamily="34" charset="0"/>
            </a:endParaRPr>
          </a:p>
        </p:txBody>
      </p:sp>
      <p:sp>
        <p:nvSpPr>
          <p:cNvPr id="31" name="eq-s-2">
            <a:extLst>
              <a:ext uri="{FF2B5EF4-FFF2-40B4-BE49-F238E27FC236}">
                <a16:creationId xmlns:a16="http://schemas.microsoft.com/office/drawing/2014/main" id="{A4849309-46D9-FD2C-B62E-684575181D6C}"/>
              </a:ext>
            </a:extLst>
          </p:cNvPr>
          <p:cNvSpPr txBox="1"/>
          <p:nvPr/>
        </p:nvSpPr>
        <p:spPr>
          <a:xfrm>
            <a:off x="79502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decision only if confidence crosses triage gate</a:t>
            </a:r>
            <a:endParaRPr lang="zh-CN" altLang="en-US" sz="730">
              <a:solidFill>
                <a:srgbClr val="4A5B78"/>
              </a:solidFill>
              <a:latin typeface="Aptos" panose="020B0004020202020204" pitchFamily="34" charset="0"/>
            </a:endParaRPr>
          </a:p>
        </p:txBody>
      </p:sp>
      <p:sp>
        <p:nvSpPr>
          <p:cNvPr id="32" name="footer-hit-6">
            <a:hlinkClick r:id="rId4"/>
            <a:extLst>
              <a:ext uri="{FF2B5EF4-FFF2-40B4-BE49-F238E27FC236}">
                <a16:creationId xmlns:a16="http://schemas.microsoft.com/office/drawing/2014/main" id="{00DA7FB1-F06E-7431-1A5E-AADA01DAD0D8}"/>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219378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2AEC347-40CD-5D19-408B-2D91C7654D1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8AFE146-2B89-FB7E-77F0-6D25DC13C05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273E8AD1-7F23-5D61-044A-9CBC68B2D04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CDA2F5C-0A2E-6791-9A99-8C3939756DBC}"/>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RESULTS</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8B4A6772-766A-7FFB-5F62-FD9207D5E8A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07</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E3E6B143-F2D8-EAB4-62CF-D3F70DCBB939}"/>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14234D02-20AE-9F48-0FE5-078998786332}"/>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9BEBEA7A-3A87-034A-FC81-97F058A5559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7948A538-63F9-DCB2-8270-ED7009FE7010}"/>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main result is a set of bounded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594BA810-F76F-1EEF-6F10-CFEEACFB49F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I do not average these stages into one score; each result keeps its own denominator, controls, and boundary.</a:t>
            </a:r>
            <a:endParaRPr lang="zh-CN" altLang="en-US" sz="930">
              <a:solidFill>
                <a:srgbClr val="4A5B78"/>
              </a:solidFill>
              <a:latin typeface="Aptos" panose="020B0004020202020204" pitchFamily="34" charset="0"/>
            </a:endParaRPr>
          </a:p>
        </p:txBody>
      </p:sp>
      <p:sp>
        <p:nvSpPr>
          <p:cNvPr id="13" name="headline">
            <a:extLst>
              <a:ext uri="{FF2B5EF4-FFF2-40B4-BE49-F238E27FC236}">
                <a16:creationId xmlns:a16="http://schemas.microsoft.com/office/drawing/2014/main" id="{DB4E06B3-7F9B-2F46-C20D-75B51938A364}"/>
              </a:ext>
            </a:extLst>
          </p:cNvPr>
          <p:cNvSpPr/>
          <p:nvPr/>
        </p:nvSpPr>
        <p:spPr>
          <a:xfrm>
            <a:off x="889000" y="1930400"/>
            <a:ext cx="10414000" cy="939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headline-k">
            <a:extLst>
              <a:ext uri="{FF2B5EF4-FFF2-40B4-BE49-F238E27FC236}">
                <a16:creationId xmlns:a16="http://schemas.microsoft.com/office/drawing/2014/main" id="{61634CD6-A199-2C12-F50E-9640BD7CC72F}"/>
              </a:ext>
            </a:extLst>
          </p:cNvPr>
          <p:cNvSpPr txBox="1"/>
          <p:nvPr/>
        </p:nvSpPr>
        <p:spPr>
          <a:xfrm>
            <a:off x="1270000" y="2209800"/>
            <a:ext cx="1981200" cy="276999"/>
          </a:xfrm>
          <a:prstGeom prst="rect">
            <a:avLst/>
          </a:prstGeom>
          <a:noFill/>
        </p:spPr>
        <p:txBody>
          <a:bodyPr vert="horz" wrap="square" lIns="0" tIns="0" rIns="0" bIns="0" rtlCol="0">
            <a:noAutofit/>
          </a:bodyPr>
          <a:lstStyle/>
          <a:p>
            <a:r>
              <a:rPr lang="en-US" altLang="zh-CN" sz="760" b="1">
                <a:solidFill>
                  <a:srgbClr val="CDE2FA"/>
                </a:solidFill>
                <a:latin typeface="Aptos" panose="020B0004020202020204" pitchFamily="34" charset="0"/>
              </a:rPr>
              <a:t>SUBMITTED FYP SNAPSHOT</a:t>
            </a:r>
            <a:endParaRPr lang="zh-CN" altLang="en-US" sz="760" b="1">
              <a:solidFill>
                <a:srgbClr val="CDE2FA"/>
              </a:solidFill>
              <a:latin typeface="Aptos" panose="020B0004020202020204" pitchFamily="34" charset="0"/>
            </a:endParaRPr>
          </a:p>
        </p:txBody>
      </p:sp>
      <p:sp>
        <p:nvSpPr>
          <p:cNvPr id="15" name="headline-t">
            <a:extLst>
              <a:ext uri="{FF2B5EF4-FFF2-40B4-BE49-F238E27FC236}">
                <a16:creationId xmlns:a16="http://schemas.microsoft.com/office/drawing/2014/main" id="{1D9232E3-2273-5DB4-CD5B-70E26668FC36}"/>
              </a:ext>
            </a:extLst>
          </p:cNvPr>
          <p:cNvSpPr txBox="1"/>
          <p:nvPr/>
        </p:nvSpPr>
        <p:spPr>
          <a:xfrm>
            <a:off x="1270000" y="2463800"/>
            <a:ext cx="7670800" cy="276999"/>
          </a:xfrm>
          <a:prstGeom prst="rect">
            <a:avLst/>
          </a:prstGeom>
          <a:noFill/>
        </p:spPr>
        <p:txBody>
          <a:bodyPr vert="horz" wrap="square" lIns="0" tIns="0" rIns="0" bIns="0" rtlCol="0">
            <a:noAutofit/>
          </a:bodyPr>
          <a:lstStyle/>
          <a:p>
            <a:r>
              <a:rPr lang="en-US" altLang="zh-CN" sz="1350" b="1">
                <a:solidFill>
                  <a:srgbClr val="FFFFFF"/>
                </a:solidFill>
                <a:latin typeface="Aptos" panose="020B0004020202020204" pitchFamily="34" charset="0"/>
              </a:rPr>
              <a:t>Strong evidence is useful only when the forbidden overclaim is visible.</a:t>
            </a:r>
            <a:endParaRPr lang="zh-CN" altLang="en-US" sz="1350" b="1">
              <a:solidFill>
                <a:srgbClr val="FFFFFF"/>
              </a:solidFill>
              <a:latin typeface="Aptos" panose="020B0004020202020204" pitchFamily="34" charset="0"/>
            </a:endParaRPr>
          </a:p>
        </p:txBody>
      </p:sp>
      <p:sp>
        <p:nvSpPr>
          <p:cNvPr id="16" name="audit-col1">
            <a:extLst>
              <a:ext uri="{FF2B5EF4-FFF2-40B4-BE49-F238E27FC236}">
                <a16:creationId xmlns:a16="http://schemas.microsoft.com/office/drawing/2014/main" id="{8118C96C-196D-CDE0-2CB2-63A5C043A661}"/>
              </a:ext>
            </a:extLst>
          </p:cNvPr>
          <p:cNvSpPr txBox="1"/>
          <p:nvPr/>
        </p:nvSpPr>
        <p:spPr>
          <a:xfrm>
            <a:off x="1168400" y="3200400"/>
            <a:ext cx="1524000" cy="276999"/>
          </a:xfrm>
          <a:prstGeom prst="rect">
            <a:avLst/>
          </a:prstGeom>
          <a:noFill/>
        </p:spPr>
        <p:txBody>
          <a:bodyPr vert="horz" wrap="square" lIns="0" tIns="0" rIns="0" bIns="0" rtlCol="0">
            <a:noAutofit/>
          </a:bodyPr>
          <a:lstStyle/>
          <a:p>
            <a:r>
              <a:rPr lang="en-US" altLang="zh-CN" sz="710" b="1">
                <a:solidFill>
                  <a:srgbClr val="4A5B78"/>
                </a:solidFill>
                <a:latin typeface="Aptos" panose="020B0004020202020204" pitchFamily="34" charset="0"/>
              </a:rPr>
              <a:t>evidence surface</a:t>
            </a:r>
            <a:endParaRPr lang="zh-CN" altLang="en-US" sz="710" b="1">
              <a:solidFill>
                <a:srgbClr val="4A5B78"/>
              </a:solidFill>
              <a:latin typeface="Aptos" panose="020B0004020202020204" pitchFamily="34" charset="0"/>
            </a:endParaRPr>
          </a:p>
        </p:txBody>
      </p:sp>
      <p:sp>
        <p:nvSpPr>
          <p:cNvPr id="17" name="audit-col2">
            <a:extLst>
              <a:ext uri="{FF2B5EF4-FFF2-40B4-BE49-F238E27FC236}">
                <a16:creationId xmlns:a16="http://schemas.microsoft.com/office/drawing/2014/main" id="{4D6A433A-DF71-5B92-90CD-CB921492A418}"/>
              </a:ext>
            </a:extLst>
          </p:cNvPr>
          <p:cNvSpPr txBox="1"/>
          <p:nvPr/>
        </p:nvSpPr>
        <p:spPr>
          <a:xfrm>
            <a:off x="6223000" y="3200400"/>
            <a:ext cx="1524000" cy="276999"/>
          </a:xfrm>
          <a:prstGeom prst="rect">
            <a:avLst/>
          </a:prstGeom>
          <a:noFill/>
        </p:spPr>
        <p:txBody>
          <a:bodyPr vert="horz" wrap="square" lIns="0" tIns="0" rIns="0" bIns="0" rtlCol="0">
            <a:noAutofit/>
          </a:bodyPr>
          <a:lstStyle/>
          <a:p>
            <a:r>
              <a:rPr lang="en-US" altLang="zh-CN" sz="710" b="1">
                <a:solidFill>
                  <a:srgbClr val="003B7A"/>
                </a:solidFill>
                <a:latin typeface="Aptos" panose="020B0004020202020204" pitchFamily="34" charset="0"/>
              </a:rPr>
              <a:t>allowed claim</a:t>
            </a:r>
            <a:endParaRPr lang="zh-CN" altLang="en-US" sz="710" b="1">
              <a:solidFill>
                <a:srgbClr val="003B7A"/>
              </a:solidFill>
              <a:latin typeface="Aptos" panose="020B0004020202020204" pitchFamily="34" charset="0"/>
            </a:endParaRPr>
          </a:p>
        </p:txBody>
      </p:sp>
      <p:sp>
        <p:nvSpPr>
          <p:cNvPr id="18" name="audit-col3">
            <a:extLst>
              <a:ext uri="{FF2B5EF4-FFF2-40B4-BE49-F238E27FC236}">
                <a16:creationId xmlns:a16="http://schemas.microsoft.com/office/drawing/2014/main" id="{D33CC73C-1816-BF5D-C975-F5805D6CFECE}"/>
              </a:ext>
            </a:extLst>
          </p:cNvPr>
          <p:cNvSpPr txBox="1"/>
          <p:nvPr/>
        </p:nvSpPr>
        <p:spPr>
          <a:xfrm>
            <a:off x="9194800" y="3200400"/>
            <a:ext cx="1524000" cy="276999"/>
          </a:xfrm>
          <a:prstGeom prst="rect">
            <a:avLst/>
          </a:prstGeom>
          <a:noFill/>
        </p:spPr>
        <p:txBody>
          <a:bodyPr vert="horz" wrap="square" lIns="0" tIns="0" rIns="0" bIns="0" rtlCol="0">
            <a:noAutofit/>
          </a:bodyPr>
          <a:lstStyle/>
          <a:p>
            <a:r>
              <a:rPr lang="en-US" altLang="zh-CN" sz="710" b="1">
                <a:solidFill>
                  <a:srgbClr val="B8293C"/>
                </a:solidFill>
                <a:latin typeface="Aptos" panose="020B0004020202020204" pitchFamily="34" charset="0"/>
              </a:rPr>
              <a:t>not claimed</a:t>
            </a:r>
            <a:endParaRPr lang="zh-CN" altLang="en-US" sz="710" b="1">
              <a:solidFill>
                <a:srgbClr val="B8293C"/>
              </a:solidFill>
              <a:latin typeface="Aptos" panose="020B0004020202020204" pitchFamily="34" charset="0"/>
            </a:endParaRPr>
          </a:p>
        </p:txBody>
      </p:sp>
      <p:sp>
        <p:nvSpPr>
          <p:cNvPr id="19" name="lane-0">
            <a:extLst>
              <a:ext uri="{FF2B5EF4-FFF2-40B4-BE49-F238E27FC236}">
                <a16:creationId xmlns:a16="http://schemas.microsoft.com/office/drawing/2014/main" id="{12772E37-13B7-A641-3B93-4BDA0C64ADB5}"/>
              </a:ext>
            </a:extLst>
          </p:cNvPr>
          <p:cNvSpPr/>
          <p:nvPr/>
        </p:nvSpPr>
        <p:spPr>
          <a:xfrm>
            <a:off x="889000" y="3530600"/>
            <a:ext cx="10414000" cy="3810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lane-band-0">
            <a:extLst>
              <a:ext uri="{FF2B5EF4-FFF2-40B4-BE49-F238E27FC236}">
                <a16:creationId xmlns:a16="http://schemas.microsoft.com/office/drawing/2014/main" id="{B00D4963-AD38-48C9-FF30-B4423AD289A5}"/>
              </a:ext>
            </a:extLst>
          </p:cNvPr>
          <p:cNvSpPr/>
          <p:nvPr/>
        </p:nvSpPr>
        <p:spPr>
          <a:xfrm>
            <a:off x="889000" y="3530600"/>
            <a:ext cx="88900" cy="381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lane-name-0">
            <a:extLst>
              <a:ext uri="{FF2B5EF4-FFF2-40B4-BE49-F238E27FC236}">
                <a16:creationId xmlns:a16="http://schemas.microsoft.com/office/drawing/2014/main" id="{3A4B8FA2-46F8-44DD-F934-1606884D48BE}"/>
              </a:ext>
            </a:extLst>
          </p:cNvPr>
          <p:cNvSpPr txBox="1"/>
          <p:nvPr/>
        </p:nvSpPr>
        <p:spPr>
          <a:xfrm>
            <a:off x="1168400" y="3644900"/>
            <a:ext cx="1346200" cy="276999"/>
          </a:xfrm>
          <a:prstGeom prst="rect">
            <a:avLst/>
          </a:prstGeom>
          <a:noFill/>
        </p:spPr>
        <p:txBody>
          <a:bodyPr vert="horz" wrap="square" lIns="0" tIns="0" rIns="0" bIns="0" rtlCol="0">
            <a:noAutofit/>
          </a:bodyPr>
          <a:lstStyle/>
          <a:p>
            <a:r>
              <a:rPr lang="en-US" altLang="zh-CN" sz="780" b="1">
                <a:solidFill>
                  <a:srgbClr val="003B7A"/>
                </a:solidFill>
                <a:latin typeface="Aptos" panose="020B0004020202020204" pitchFamily="34" charset="0"/>
              </a:rPr>
              <a:t>Benchmark</a:t>
            </a:r>
            <a:endParaRPr lang="zh-CN" altLang="en-US" sz="780" b="1">
              <a:solidFill>
                <a:srgbClr val="003B7A"/>
              </a:solidFill>
              <a:latin typeface="Aptos" panose="020B0004020202020204" pitchFamily="34" charset="0"/>
            </a:endParaRPr>
          </a:p>
        </p:txBody>
      </p:sp>
      <p:sp>
        <p:nvSpPr>
          <p:cNvPr id="22" name="lane-val-0">
            <a:extLst>
              <a:ext uri="{FF2B5EF4-FFF2-40B4-BE49-F238E27FC236}">
                <a16:creationId xmlns:a16="http://schemas.microsoft.com/office/drawing/2014/main" id="{2609F6ED-CB72-D72C-CEFB-98443F334D31}"/>
              </a:ext>
            </a:extLst>
          </p:cNvPr>
          <p:cNvSpPr txBox="1"/>
          <p:nvPr/>
        </p:nvSpPr>
        <p:spPr>
          <a:xfrm>
            <a:off x="2717800" y="3581400"/>
            <a:ext cx="2057400" cy="276999"/>
          </a:xfrm>
          <a:prstGeom prst="rect">
            <a:avLst/>
          </a:prstGeom>
          <a:noFill/>
        </p:spPr>
        <p:txBody>
          <a:bodyPr vert="horz" wrap="square" lIns="0" tIns="0" rIns="0" bIns="0" rtlCol="0">
            <a:noAutofit/>
          </a:bodyPr>
          <a:lstStyle/>
          <a:p>
            <a:r>
              <a:rPr lang="en-US" altLang="zh-CN" sz="1280" b="1">
                <a:solidFill>
                  <a:srgbClr val="071A3D"/>
                </a:solidFill>
                <a:latin typeface="Aptos" panose="020B0004020202020204" pitchFamily="34" charset="0"/>
              </a:rPr>
              <a:t>140/140</a:t>
            </a:r>
            <a:endParaRPr lang="zh-CN" altLang="en-US" sz="1280" b="1">
              <a:solidFill>
                <a:srgbClr val="071A3D"/>
              </a:solidFill>
              <a:latin typeface="Aptos" panose="020B0004020202020204" pitchFamily="34" charset="0"/>
            </a:endParaRPr>
          </a:p>
        </p:txBody>
      </p:sp>
      <p:sp>
        <p:nvSpPr>
          <p:cNvPr id="23" name="lane-desc-0">
            <a:extLst>
              <a:ext uri="{FF2B5EF4-FFF2-40B4-BE49-F238E27FC236}">
                <a16:creationId xmlns:a16="http://schemas.microsoft.com/office/drawing/2014/main" id="{4B58BDAE-3A37-2C2C-F848-0606E0C2CF26}"/>
              </a:ext>
            </a:extLst>
          </p:cNvPr>
          <p:cNvSpPr txBox="1"/>
          <p:nvPr/>
        </p:nvSpPr>
        <p:spPr>
          <a:xfrm>
            <a:off x="4902200" y="3657600"/>
            <a:ext cx="1524000" cy="276999"/>
          </a:xfrm>
          <a:prstGeom prst="rect">
            <a:avLst/>
          </a:prstGeom>
          <a:noFill/>
        </p:spPr>
        <p:txBody>
          <a:bodyPr vert="horz" wrap="square" lIns="0" tIns="0" rIns="0" bIns="0" rtlCol="0">
            <a:noAutofit/>
          </a:bodyPr>
          <a:lstStyle/>
          <a:p>
            <a:r>
              <a:rPr lang="en-US" altLang="zh-CN" sz="630">
                <a:solidFill>
                  <a:srgbClr val="4A5B78"/>
                </a:solidFill>
                <a:latin typeface="Aptos" panose="020B0004020202020204" pitchFamily="34" charset="0"/>
              </a:rPr>
              <a:t>canonical executable runs</a:t>
            </a:r>
            <a:endParaRPr lang="zh-CN" altLang="en-US" sz="630">
              <a:solidFill>
                <a:srgbClr val="4A5B78"/>
              </a:solidFill>
              <a:latin typeface="Aptos" panose="020B0004020202020204" pitchFamily="34" charset="0"/>
            </a:endParaRPr>
          </a:p>
        </p:txBody>
      </p:sp>
      <p:sp>
        <p:nvSpPr>
          <p:cNvPr id="24" name="lane-ctrl-0">
            <a:extLst>
              <a:ext uri="{FF2B5EF4-FFF2-40B4-BE49-F238E27FC236}">
                <a16:creationId xmlns:a16="http://schemas.microsoft.com/office/drawing/2014/main" id="{71488B9B-FB82-503A-993F-00821F44DC76}"/>
              </a:ext>
            </a:extLst>
          </p:cNvPr>
          <p:cNvSpPr txBox="1"/>
          <p:nvPr/>
        </p:nvSpPr>
        <p:spPr>
          <a:xfrm>
            <a:off x="6680200" y="3644900"/>
            <a:ext cx="1752600" cy="276999"/>
          </a:xfrm>
          <a:prstGeom prst="rect">
            <a:avLst/>
          </a:prstGeom>
          <a:noFill/>
        </p:spPr>
        <p:txBody>
          <a:bodyPr vert="horz" wrap="square" lIns="0" tIns="0" rIns="0" bIns="0" rtlCol="0">
            <a:noAutofit/>
          </a:bodyPr>
          <a:lstStyle/>
          <a:p>
            <a:r>
              <a:rPr lang="en-US" altLang="zh-CN" sz="720" b="1">
                <a:solidFill>
                  <a:srgbClr val="071A3D"/>
                </a:solidFill>
                <a:latin typeface="Aptos" panose="020B0004020202020204" pitchFamily="34" charset="0"/>
              </a:rPr>
              <a:t>fixed denominator</a:t>
            </a:r>
            <a:endParaRPr lang="zh-CN" altLang="en-US" sz="720" b="1">
              <a:solidFill>
                <a:srgbClr val="071A3D"/>
              </a:solidFill>
              <a:latin typeface="Aptos" panose="020B0004020202020204" pitchFamily="34" charset="0"/>
            </a:endParaRPr>
          </a:p>
        </p:txBody>
      </p:sp>
      <p:cxnSp>
        <p:nvCxnSpPr>
          <p:cNvPr id="25" name="lane-mid-0">
            <a:extLst>
              <a:ext uri="{FF2B5EF4-FFF2-40B4-BE49-F238E27FC236}">
                <a16:creationId xmlns:a16="http://schemas.microsoft.com/office/drawing/2014/main" id="{685EBA2A-8B33-EC0A-76EF-388B551643DC}"/>
              </a:ext>
            </a:extLst>
          </p:cNvPr>
          <p:cNvCxnSpPr/>
          <p:nvPr/>
        </p:nvCxnSpPr>
        <p:spPr>
          <a:xfrm>
            <a:off x="8788400" y="3606800"/>
            <a:ext cx="0" cy="22860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26" name="lane-block-0">
            <a:extLst>
              <a:ext uri="{FF2B5EF4-FFF2-40B4-BE49-F238E27FC236}">
                <a16:creationId xmlns:a16="http://schemas.microsoft.com/office/drawing/2014/main" id="{42BB2F4E-3E78-CC78-40F5-8C695A49624E}"/>
              </a:ext>
            </a:extLst>
          </p:cNvPr>
          <p:cNvSpPr txBox="1"/>
          <p:nvPr/>
        </p:nvSpPr>
        <p:spPr>
          <a:xfrm>
            <a:off x="9194800" y="3644900"/>
            <a:ext cx="1854200" cy="276999"/>
          </a:xfrm>
          <a:prstGeom prst="rect">
            <a:avLst/>
          </a:prstGeom>
          <a:noFill/>
        </p:spPr>
        <p:txBody>
          <a:bodyPr vert="horz" wrap="square" lIns="0" tIns="0" rIns="0" bIns="0" rtlCol="0">
            <a:noAutofit/>
          </a:bodyPr>
          <a:lstStyle/>
          <a:p>
            <a:r>
              <a:rPr lang="en-US" altLang="zh-CN" sz="700" b="1">
                <a:solidFill>
                  <a:srgbClr val="B8293C"/>
                </a:solidFill>
                <a:latin typeface="Aptos" panose="020B0004020202020204" pitchFamily="34" charset="0"/>
              </a:rPr>
              <a:t>method success</a:t>
            </a:r>
            <a:endParaRPr lang="zh-CN" altLang="en-US" sz="700" b="1">
              <a:solidFill>
                <a:srgbClr val="B8293C"/>
              </a:solidFill>
              <a:latin typeface="Aptos" panose="020B0004020202020204" pitchFamily="34" charset="0"/>
            </a:endParaRPr>
          </a:p>
        </p:txBody>
      </p:sp>
      <p:sp>
        <p:nvSpPr>
          <p:cNvPr id="27" name="lane-1">
            <a:extLst>
              <a:ext uri="{FF2B5EF4-FFF2-40B4-BE49-F238E27FC236}">
                <a16:creationId xmlns:a16="http://schemas.microsoft.com/office/drawing/2014/main" id="{E34D0C13-8871-5524-2E92-7AF1211515EC}"/>
              </a:ext>
            </a:extLst>
          </p:cNvPr>
          <p:cNvSpPr/>
          <p:nvPr/>
        </p:nvSpPr>
        <p:spPr>
          <a:xfrm>
            <a:off x="889000" y="4000500"/>
            <a:ext cx="10414000" cy="3810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lane-band-1">
            <a:extLst>
              <a:ext uri="{FF2B5EF4-FFF2-40B4-BE49-F238E27FC236}">
                <a16:creationId xmlns:a16="http://schemas.microsoft.com/office/drawing/2014/main" id="{E357C5C8-BDE6-C51D-AAAF-20F7CA79408F}"/>
              </a:ext>
            </a:extLst>
          </p:cNvPr>
          <p:cNvSpPr/>
          <p:nvPr/>
        </p:nvSpPr>
        <p:spPr>
          <a:xfrm>
            <a:off x="889000" y="4000500"/>
            <a:ext cx="88900" cy="381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lane-name-1">
            <a:extLst>
              <a:ext uri="{FF2B5EF4-FFF2-40B4-BE49-F238E27FC236}">
                <a16:creationId xmlns:a16="http://schemas.microsoft.com/office/drawing/2014/main" id="{916C5744-40E4-0794-2405-2DA6D2536BBC}"/>
              </a:ext>
            </a:extLst>
          </p:cNvPr>
          <p:cNvSpPr txBox="1"/>
          <p:nvPr/>
        </p:nvSpPr>
        <p:spPr>
          <a:xfrm>
            <a:off x="1168400" y="4114800"/>
            <a:ext cx="1346200" cy="276999"/>
          </a:xfrm>
          <a:prstGeom prst="rect">
            <a:avLst/>
          </a:prstGeom>
          <a:noFill/>
        </p:spPr>
        <p:txBody>
          <a:bodyPr vert="horz" wrap="square" lIns="0" tIns="0" rIns="0" bIns="0" rtlCol="0">
            <a:noAutofit/>
          </a:bodyPr>
          <a:lstStyle/>
          <a:p>
            <a:r>
              <a:rPr lang="en-US" altLang="zh-CN" sz="780" b="1">
                <a:solidFill>
                  <a:srgbClr val="168E8B"/>
                </a:solidFill>
                <a:latin typeface="Aptos" panose="020B0004020202020204" pitchFamily="34" charset="0"/>
              </a:rPr>
              <a:t>SemCodebook</a:t>
            </a:r>
            <a:endParaRPr lang="zh-CN" altLang="en-US" sz="780" b="1">
              <a:solidFill>
                <a:srgbClr val="168E8B"/>
              </a:solidFill>
              <a:latin typeface="Aptos" panose="020B0004020202020204" pitchFamily="34" charset="0"/>
            </a:endParaRPr>
          </a:p>
        </p:txBody>
      </p:sp>
      <p:sp>
        <p:nvSpPr>
          <p:cNvPr id="30" name="lane-val-1">
            <a:extLst>
              <a:ext uri="{FF2B5EF4-FFF2-40B4-BE49-F238E27FC236}">
                <a16:creationId xmlns:a16="http://schemas.microsoft.com/office/drawing/2014/main" id="{1DE8F5DB-3981-3D11-92CF-A71516D0DE4B}"/>
              </a:ext>
            </a:extLst>
          </p:cNvPr>
          <p:cNvSpPr txBox="1"/>
          <p:nvPr/>
        </p:nvSpPr>
        <p:spPr>
          <a:xfrm>
            <a:off x="2717800" y="4051300"/>
            <a:ext cx="2057400" cy="276999"/>
          </a:xfrm>
          <a:prstGeom prst="rect">
            <a:avLst/>
          </a:prstGeom>
          <a:noFill/>
        </p:spPr>
        <p:txBody>
          <a:bodyPr vert="horz" wrap="square" lIns="0" tIns="0" rIns="0" bIns="0" rtlCol="0">
            <a:noAutofit/>
          </a:bodyPr>
          <a:lstStyle/>
          <a:p>
            <a:r>
              <a:rPr lang="en-US" altLang="zh-CN" sz="1280" b="1">
                <a:solidFill>
                  <a:srgbClr val="071A3D"/>
                </a:solidFill>
                <a:latin typeface="Aptos" panose="020B0004020202020204" pitchFamily="34" charset="0"/>
              </a:rPr>
              <a:t>23,342/24,000</a:t>
            </a:r>
            <a:endParaRPr lang="zh-CN" altLang="en-US" sz="1280" b="1">
              <a:solidFill>
                <a:srgbClr val="071A3D"/>
              </a:solidFill>
              <a:latin typeface="Aptos" panose="020B0004020202020204" pitchFamily="34" charset="0"/>
            </a:endParaRPr>
          </a:p>
        </p:txBody>
      </p:sp>
      <p:sp>
        <p:nvSpPr>
          <p:cNvPr id="31" name="lane-desc-1">
            <a:extLst>
              <a:ext uri="{FF2B5EF4-FFF2-40B4-BE49-F238E27FC236}">
                <a16:creationId xmlns:a16="http://schemas.microsoft.com/office/drawing/2014/main" id="{A32B94A8-163A-28D2-487A-5466A6A1EFD5}"/>
              </a:ext>
            </a:extLst>
          </p:cNvPr>
          <p:cNvSpPr txBox="1"/>
          <p:nvPr/>
        </p:nvSpPr>
        <p:spPr>
          <a:xfrm>
            <a:off x="4902200" y="4127500"/>
            <a:ext cx="1524000" cy="276999"/>
          </a:xfrm>
          <a:prstGeom prst="rect">
            <a:avLst/>
          </a:prstGeom>
          <a:noFill/>
        </p:spPr>
        <p:txBody>
          <a:bodyPr vert="horz" wrap="square" lIns="0" tIns="0" rIns="0" bIns="0" rtlCol="0">
            <a:noAutofit/>
          </a:bodyPr>
          <a:lstStyle/>
          <a:p>
            <a:r>
              <a:rPr lang="en-US" altLang="zh-CN" sz="630">
                <a:solidFill>
                  <a:srgbClr val="4A5B78"/>
                </a:solidFill>
                <a:latin typeface="Aptos" panose="020B0004020202020204" pitchFamily="34" charset="0"/>
              </a:rPr>
              <a:t>recoveries, 0/48,000 controls</a:t>
            </a:r>
            <a:endParaRPr lang="zh-CN" altLang="en-US" sz="630">
              <a:solidFill>
                <a:srgbClr val="4A5B78"/>
              </a:solidFill>
              <a:latin typeface="Aptos" panose="020B0004020202020204" pitchFamily="34" charset="0"/>
            </a:endParaRPr>
          </a:p>
        </p:txBody>
      </p:sp>
      <p:sp>
        <p:nvSpPr>
          <p:cNvPr id="32" name="lane-ctrl-1">
            <a:extLst>
              <a:ext uri="{FF2B5EF4-FFF2-40B4-BE49-F238E27FC236}">
                <a16:creationId xmlns:a16="http://schemas.microsoft.com/office/drawing/2014/main" id="{94047C84-6352-F395-F9CC-387B9DDCE8E5}"/>
              </a:ext>
            </a:extLst>
          </p:cNvPr>
          <p:cNvSpPr txBox="1"/>
          <p:nvPr/>
        </p:nvSpPr>
        <p:spPr>
          <a:xfrm>
            <a:off x="6680200" y="4114800"/>
            <a:ext cx="1752600" cy="276999"/>
          </a:xfrm>
          <a:prstGeom prst="rect">
            <a:avLst/>
          </a:prstGeom>
          <a:noFill/>
        </p:spPr>
        <p:txBody>
          <a:bodyPr vert="horz" wrap="square" lIns="0" tIns="0" rIns="0" bIns="0" rtlCol="0">
            <a:noAutofit/>
          </a:bodyPr>
          <a:lstStyle/>
          <a:p>
            <a:r>
              <a:rPr lang="en-US" altLang="zh-CN" sz="720" b="1">
                <a:solidFill>
                  <a:srgbClr val="071A3D"/>
                </a:solidFill>
                <a:latin typeface="Aptos" panose="020B0004020202020204" pitchFamily="34" charset="0"/>
              </a:rPr>
              <a:t>white-box provenance</a:t>
            </a:r>
            <a:endParaRPr lang="zh-CN" altLang="en-US" sz="720" b="1">
              <a:solidFill>
                <a:srgbClr val="071A3D"/>
              </a:solidFill>
              <a:latin typeface="Aptos" panose="020B0004020202020204" pitchFamily="34" charset="0"/>
            </a:endParaRPr>
          </a:p>
        </p:txBody>
      </p:sp>
      <p:cxnSp>
        <p:nvCxnSpPr>
          <p:cNvPr id="33" name="lane-mid-1">
            <a:extLst>
              <a:ext uri="{FF2B5EF4-FFF2-40B4-BE49-F238E27FC236}">
                <a16:creationId xmlns:a16="http://schemas.microsoft.com/office/drawing/2014/main" id="{9929F10E-850B-EDE7-F1B0-37FC23CFD276}"/>
              </a:ext>
            </a:extLst>
          </p:cNvPr>
          <p:cNvCxnSpPr/>
          <p:nvPr/>
        </p:nvCxnSpPr>
        <p:spPr>
          <a:xfrm>
            <a:off x="8788400" y="4076700"/>
            <a:ext cx="0" cy="22860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34" name="lane-block-1">
            <a:extLst>
              <a:ext uri="{FF2B5EF4-FFF2-40B4-BE49-F238E27FC236}">
                <a16:creationId xmlns:a16="http://schemas.microsoft.com/office/drawing/2014/main" id="{81281922-EDAB-E25E-6FD2-9A4D8363A6D1}"/>
              </a:ext>
            </a:extLst>
          </p:cNvPr>
          <p:cNvSpPr txBox="1"/>
          <p:nvPr/>
        </p:nvSpPr>
        <p:spPr>
          <a:xfrm>
            <a:off x="9194800" y="4114800"/>
            <a:ext cx="1854200" cy="276999"/>
          </a:xfrm>
          <a:prstGeom prst="rect">
            <a:avLst/>
          </a:prstGeom>
          <a:noFill/>
        </p:spPr>
        <p:txBody>
          <a:bodyPr vert="horz" wrap="square" lIns="0" tIns="0" rIns="0" bIns="0" rtlCol="0">
            <a:noAutofit/>
          </a:bodyPr>
          <a:lstStyle/>
          <a:p>
            <a:r>
              <a:rPr lang="en-US" altLang="zh-CN" sz="700" b="1">
                <a:solidFill>
                  <a:srgbClr val="B8293C"/>
                </a:solidFill>
                <a:latin typeface="Aptos" panose="020B0004020202020204" pitchFamily="34" charset="0"/>
              </a:rPr>
              <a:t>universal watermarking</a:t>
            </a:r>
            <a:endParaRPr lang="zh-CN" altLang="en-US" sz="700" b="1">
              <a:solidFill>
                <a:srgbClr val="B8293C"/>
              </a:solidFill>
              <a:latin typeface="Aptos" panose="020B0004020202020204" pitchFamily="34" charset="0"/>
            </a:endParaRPr>
          </a:p>
        </p:txBody>
      </p:sp>
      <p:sp>
        <p:nvSpPr>
          <p:cNvPr id="35" name="lane-2">
            <a:extLst>
              <a:ext uri="{FF2B5EF4-FFF2-40B4-BE49-F238E27FC236}">
                <a16:creationId xmlns:a16="http://schemas.microsoft.com/office/drawing/2014/main" id="{BA4813E6-BC4F-D447-177D-F17845D572C1}"/>
              </a:ext>
            </a:extLst>
          </p:cNvPr>
          <p:cNvSpPr/>
          <p:nvPr/>
        </p:nvSpPr>
        <p:spPr>
          <a:xfrm>
            <a:off x="889000" y="4470400"/>
            <a:ext cx="10414000" cy="3810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lane-band-2">
            <a:extLst>
              <a:ext uri="{FF2B5EF4-FFF2-40B4-BE49-F238E27FC236}">
                <a16:creationId xmlns:a16="http://schemas.microsoft.com/office/drawing/2014/main" id="{B608FC6F-E5DB-8292-AA06-477988B0129C}"/>
              </a:ext>
            </a:extLst>
          </p:cNvPr>
          <p:cNvSpPr/>
          <p:nvPr/>
        </p:nvSpPr>
        <p:spPr>
          <a:xfrm>
            <a:off x="889000" y="4470400"/>
            <a:ext cx="88900" cy="3810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lane-name-2">
            <a:extLst>
              <a:ext uri="{FF2B5EF4-FFF2-40B4-BE49-F238E27FC236}">
                <a16:creationId xmlns:a16="http://schemas.microsoft.com/office/drawing/2014/main" id="{8DBEE6A7-63B8-C0EB-7037-BDC3E5696DFD}"/>
              </a:ext>
            </a:extLst>
          </p:cNvPr>
          <p:cNvSpPr txBox="1"/>
          <p:nvPr/>
        </p:nvSpPr>
        <p:spPr>
          <a:xfrm>
            <a:off x="1168400" y="4584700"/>
            <a:ext cx="1346200" cy="276999"/>
          </a:xfrm>
          <a:prstGeom prst="rect">
            <a:avLst/>
          </a:prstGeom>
          <a:noFill/>
        </p:spPr>
        <p:txBody>
          <a:bodyPr vert="horz" wrap="square" lIns="0" tIns="0" rIns="0" bIns="0" rtlCol="0">
            <a:noAutofit/>
          </a:bodyPr>
          <a:lstStyle/>
          <a:p>
            <a:r>
              <a:rPr lang="en-US" altLang="zh-CN" sz="780" b="1">
                <a:solidFill>
                  <a:srgbClr val="5B45C8"/>
                </a:solidFill>
                <a:latin typeface="Aptos" panose="020B0004020202020204" pitchFamily="34" charset="0"/>
              </a:rPr>
              <a:t>CodeDye</a:t>
            </a:r>
            <a:endParaRPr lang="zh-CN" altLang="en-US" sz="780" b="1">
              <a:solidFill>
                <a:srgbClr val="5B45C8"/>
              </a:solidFill>
              <a:latin typeface="Aptos" panose="020B0004020202020204" pitchFamily="34" charset="0"/>
            </a:endParaRPr>
          </a:p>
        </p:txBody>
      </p:sp>
      <p:sp>
        <p:nvSpPr>
          <p:cNvPr id="38" name="lane-val-2">
            <a:extLst>
              <a:ext uri="{FF2B5EF4-FFF2-40B4-BE49-F238E27FC236}">
                <a16:creationId xmlns:a16="http://schemas.microsoft.com/office/drawing/2014/main" id="{A8937C2A-9BD6-9302-793F-05AA934A001C}"/>
              </a:ext>
            </a:extLst>
          </p:cNvPr>
          <p:cNvSpPr txBox="1"/>
          <p:nvPr/>
        </p:nvSpPr>
        <p:spPr>
          <a:xfrm>
            <a:off x="2717800" y="4521200"/>
            <a:ext cx="2057400" cy="276999"/>
          </a:xfrm>
          <a:prstGeom prst="rect">
            <a:avLst/>
          </a:prstGeom>
          <a:noFill/>
        </p:spPr>
        <p:txBody>
          <a:bodyPr vert="horz" wrap="square" lIns="0" tIns="0" rIns="0" bIns="0" rtlCol="0">
            <a:noAutofit/>
          </a:bodyPr>
          <a:lstStyle/>
          <a:p>
            <a:r>
              <a:rPr lang="en-US" altLang="zh-CN" sz="1280" b="1">
                <a:solidFill>
                  <a:srgbClr val="071A3D"/>
                </a:solidFill>
                <a:latin typeface="Aptos" panose="020B0004020202020204" pitchFamily="34" charset="0"/>
              </a:rPr>
              <a:t>6/300</a:t>
            </a:r>
            <a:endParaRPr lang="zh-CN" altLang="en-US" sz="1280" b="1">
              <a:solidFill>
                <a:srgbClr val="071A3D"/>
              </a:solidFill>
              <a:latin typeface="Aptos" panose="020B0004020202020204" pitchFamily="34" charset="0"/>
            </a:endParaRPr>
          </a:p>
        </p:txBody>
      </p:sp>
      <p:sp>
        <p:nvSpPr>
          <p:cNvPr id="39" name="lane-desc-2">
            <a:extLst>
              <a:ext uri="{FF2B5EF4-FFF2-40B4-BE49-F238E27FC236}">
                <a16:creationId xmlns:a16="http://schemas.microsoft.com/office/drawing/2014/main" id="{D3836C96-69EC-C5EB-F836-9873068FD4A0}"/>
              </a:ext>
            </a:extLst>
          </p:cNvPr>
          <p:cNvSpPr txBox="1"/>
          <p:nvPr/>
        </p:nvSpPr>
        <p:spPr>
          <a:xfrm>
            <a:off x="4902200" y="4597400"/>
            <a:ext cx="1524000" cy="276999"/>
          </a:xfrm>
          <a:prstGeom prst="rect">
            <a:avLst/>
          </a:prstGeom>
          <a:noFill/>
        </p:spPr>
        <p:txBody>
          <a:bodyPr vert="horz" wrap="square" lIns="0" tIns="0" rIns="0" bIns="0" rtlCol="0">
            <a:noAutofit/>
          </a:bodyPr>
          <a:lstStyle/>
          <a:p>
            <a:r>
              <a:rPr lang="en-US" altLang="zh-CN" sz="630">
                <a:solidFill>
                  <a:srgbClr val="4A5B78"/>
                </a:solidFill>
                <a:latin typeface="Aptos" panose="020B0004020202020204" pitchFamily="34" charset="0"/>
              </a:rPr>
              <a:t>sparse live signal</a:t>
            </a:r>
            <a:endParaRPr lang="zh-CN" altLang="en-US" sz="630">
              <a:solidFill>
                <a:srgbClr val="4A5B78"/>
              </a:solidFill>
              <a:latin typeface="Aptos" panose="020B0004020202020204" pitchFamily="34" charset="0"/>
            </a:endParaRPr>
          </a:p>
        </p:txBody>
      </p:sp>
      <p:sp>
        <p:nvSpPr>
          <p:cNvPr id="40" name="lane-ctrl-2">
            <a:extLst>
              <a:ext uri="{FF2B5EF4-FFF2-40B4-BE49-F238E27FC236}">
                <a16:creationId xmlns:a16="http://schemas.microsoft.com/office/drawing/2014/main" id="{B8A13640-9DFC-FD3E-E249-500DE0A82CA1}"/>
              </a:ext>
            </a:extLst>
          </p:cNvPr>
          <p:cNvSpPr txBox="1"/>
          <p:nvPr/>
        </p:nvSpPr>
        <p:spPr>
          <a:xfrm>
            <a:off x="6680200" y="4584700"/>
            <a:ext cx="1752600" cy="276999"/>
          </a:xfrm>
          <a:prstGeom prst="rect">
            <a:avLst/>
          </a:prstGeom>
          <a:noFill/>
        </p:spPr>
        <p:txBody>
          <a:bodyPr vert="horz" wrap="square" lIns="0" tIns="0" rIns="0" bIns="0" rtlCol="0">
            <a:noAutofit/>
          </a:bodyPr>
          <a:lstStyle/>
          <a:p>
            <a:r>
              <a:rPr lang="en-US" altLang="zh-CN" sz="720" b="1">
                <a:solidFill>
                  <a:srgbClr val="071A3D"/>
                </a:solidFill>
                <a:latin typeface="Aptos" panose="020B0004020202020204" pitchFamily="34" charset="0"/>
              </a:rPr>
              <a:t>null-audit evidence</a:t>
            </a:r>
            <a:endParaRPr lang="zh-CN" altLang="en-US" sz="720" b="1">
              <a:solidFill>
                <a:srgbClr val="071A3D"/>
              </a:solidFill>
              <a:latin typeface="Aptos" panose="020B0004020202020204" pitchFamily="34" charset="0"/>
            </a:endParaRPr>
          </a:p>
        </p:txBody>
      </p:sp>
      <p:cxnSp>
        <p:nvCxnSpPr>
          <p:cNvPr id="41" name="lane-mid-2">
            <a:extLst>
              <a:ext uri="{FF2B5EF4-FFF2-40B4-BE49-F238E27FC236}">
                <a16:creationId xmlns:a16="http://schemas.microsoft.com/office/drawing/2014/main" id="{E72F27F7-3D40-0B1C-F1EF-4471FAE86B72}"/>
              </a:ext>
            </a:extLst>
          </p:cNvPr>
          <p:cNvCxnSpPr/>
          <p:nvPr/>
        </p:nvCxnSpPr>
        <p:spPr>
          <a:xfrm>
            <a:off x="8788400" y="4546600"/>
            <a:ext cx="0" cy="22860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42" name="lane-block-2">
            <a:extLst>
              <a:ext uri="{FF2B5EF4-FFF2-40B4-BE49-F238E27FC236}">
                <a16:creationId xmlns:a16="http://schemas.microsoft.com/office/drawing/2014/main" id="{375BD3F4-2EDD-16A0-42EA-77B431811B37}"/>
              </a:ext>
            </a:extLst>
          </p:cNvPr>
          <p:cNvSpPr txBox="1"/>
          <p:nvPr/>
        </p:nvSpPr>
        <p:spPr>
          <a:xfrm>
            <a:off x="9194800" y="4584700"/>
            <a:ext cx="1854200" cy="276999"/>
          </a:xfrm>
          <a:prstGeom prst="rect">
            <a:avLst/>
          </a:prstGeom>
          <a:noFill/>
        </p:spPr>
        <p:txBody>
          <a:bodyPr vert="horz" wrap="square" lIns="0" tIns="0" rIns="0" bIns="0" rtlCol="0">
            <a:noAutofit/>
          </a:bodyPr>
          <a:lstStyle/>
          <a:p>
            <a:r>
              <a:rPr lang="en-US" altLang="zh-CN" sz="700" b="1">
                <a:solidFill>
                  <a:srgbClr val="B8293C"/>
                </a:solidFill>
                <a:latin typeface="Aptos" panose="020B0004020202020204" pitchFamily="34" charset="0"/>
              </a:rPr>
              <a:t>provider accusation</a:t>
            </a:r>
            <a:endParaRPr lang="zh-CN" altLang="en-US" sz="700" b="1">
              <a:solidFill>
                <a:srgbClr val="B8293C"/>
              </a:solidFill>
              <a:latin typeface="Aptos" panose="020B0004020202020204" pitchFamily="34" charset="0"/>
            </a:endParaRPr>
          </a:p>
        </p:txBody>
      </p:sp>
      <p:sp>
        <p:nvSpPr>
          <p:cNvPr id="43" name="lane-3">
            <a:extLst>
              <a:ext uri="{FF2B5EF4-FFF2-40B4-BE49-F238E27FC236}">
                <a16:creationId xmlns:a16="http://schemas.microsoft.com/office/drawing/2014/main" id="{7996E6E5-1575-706B-E935-2C2F812C1CF6}"/>
              </a:ext>
            </a:extLst>
          </p:cNvPr>
          <p:cNvSpPr/>
          <p:nvPr/>
        </p:nvSpPr>
        <p:spPr>
          <a:xfrm>
            <a:off x="889000" y="4940300"/>
            <a:ext cx="10414000" cy="3810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lane-band-3">
            <a:extLst>
              <a:ext uri="{FF2B5EF4-FFF2-40B4-BE49-F238E27FC236}">
                <a16:creationId xmlns:a16="http://schemas.microsoft.com/office/drawing/2014/main" id="{142C5972-48B4-9433-F9B2-D2E295FB206B}"/>
              </a:ext>
            </a:extLst>
          </p:cNvPr>
          <p:cNvSpPr/>
          <p:nvPr/>
        </p:nvSpPr>
        <p:spPr>
          <a:xfrm>
            <a:off x="889000" y="4940300"/>
            <a:ext cx="88900" cy="381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ane-name-3">
            <a:extLst>
              <a:ext uri="{FF2B5EF4-FFF2-40B4-BE49-F238E27FC236}">
                <a16:creationId xmlns:a16="http://schemas.microsoft.com/office/drawing/2014/main" id="{1186A460-DEE0-EC66-30D9-6C6DD89D9087}"/>
              </a:ext>
            </a:extLst>
          </p:cNvPr>
          <p:cNvSpPr txBox="1"/>
          <p:nvPr/>
        </p:nvSpPr>
        <p:spPr>
          <a:xfrm>
            <a:off x="1168400" y="5054600"/>
            <a:ext cx="1346200" cy="276999"/>
          </a:xfrm>
          <a:prstGeom prst="rect">
            <a:avLst/>
          </a:prstGeom>
          <a:noFill/>
        </p:spPr>
        <p:txBody>
          <a:bodyPr vert="horz" wrap="square" lIns="0" tIns="0" rIns="0" bIns="0" rtlCol="0">
            <a:noAutofit/>
          </a:bodyPr>
          <a:lstStyle/>
          <a:p>
            <a:r>
              <a:rPr lang="en-US" altLang="zh-CN" sz="780" b="1">
                <a:solidFill>
                  <a:srgbClr val="B85C00"/>
                </a:solidFill>
                <a:latin typeface="Aptos" panose="020B0004020202020204" pitchFamily="34" charset="0"/>
              </a:rPr>
              <a:t>ProbeTrace</a:t>
            </a:r>
            <a:endParaRPr lang="zh-CN" altLang="en-US" sz="780" b="1">
              <a:solidFill>
                <a:srgbClr val="B85C00"/>
              </a:solidFill>
              <a:latin typeface="Aptos" panose="020B0004020202020204" pitchFamily="34" charset="0"/>
            </a:endParaRPr>
          </a:p>
        </p:txBody>
      </p:sp>
      <p:sp>
        <p:nvSpPr>
          <p:cNvPr id="46" name="lane-val-3">
            <a:extLst>
              <a:ext uri="{FF2B5EF4-FFF2-40B4-BE49-F238E27FC236}">
                <a16:creationId xmlns:a16="http://schemas.microsoft.com/office/drawing/2014/main" id="{97984D06-D63E-00ED-CB19-5C77A8531BC4}"/>
              </a:ext>
            </a:extLst>
          </p:cNvPr>
          <p:cNvSpPr txBox="1"/>
          <p:nvPr/>
        </p:nvSpPr>
        <p:spPr>
          <a:xfrm>
            <a:off x="2717800" y="4991100"/>
            <a:ext cx="2057400" cy="276999"/>
          </a:xfrm>
          <a:prstGeom prst="rect">
            <a:avLst/>
          </a:prstGeom>
          <a:noFill/>
        </p:spPr>
        <p:txBody>
          <a:bodyPr vert="horz" wrap="square" lIns="0" tIns="0" rIns="0" bIns="0" rtlCol="0">
            <a:noAutofit/>
          </a:bodyPr>
          <a:lstStyle/>
          <a:p>
            <a:r>
              <a:rPr lang="en-US" altLang="zh-CN" sz="1280" b="1">
                <a:solidFill>
                  <a:srgbClr val="071A3D"/>
                </a:solidFill>
                <a:latin typeface="Aptos" panose="020B0004020202020204" pitchFamily="34" charset="0"/>
              </a:rPr>
              <a:t>300/300</a:t>
            </a:r>
            <a:endParaRPr lang="zh-CN" altLang="en-US" sz="1280" b="1">
              <a:solidFill>
                <a:srgbClr val="071A3D"/>
              </a:solidFill>
              <a:latin typeface="Aptos" panose="020B0004020202020204" pitchFamily="34" charset="0"/>
            </a:endParaRPr>
          </a:p>
        </p:txBody>
      </p:sp>
      <p:sp>
        <p:nvSpPr>
          <p:cNvPr id="47" name="lane-desc-3">
            <a:extLst>
              <a:ext uri="{FF2B5EF4-FFF2-40B4-BE49-F238E27FC236}">
                <a16:creationId xmlns:a16="http://schemas.microsoft.com/office/drawing/2014/main" id="{7E72FEDF-70D8-E4D7-C2EF-2185DB8610A1}"/>
              </a:ext>
            </a:extLst>
          </p:cNvPr>
          <p:cNvSpPr txBox="1"/>
          <p:nvPr/>
        </p:nvSpPr>
        <p:spPr>
          <a:xfrm>
            <a:off x="4902200" y="5067300"/>
            <a:ext cx="1524000" cy="276999"/>
          </a:xfrm>
          <a:prstGeom prst="rect">
            <a:avLst/>
          </a:prstGeom>
          <a:noFill/>
        </p:spPr>
        <p:txBody>
          <a:bodyPr vert="horz" wrap="square" lIns="0" tIns="0" rIns="0" bIns="0" rtlCol="0">
            <a:noAutofit/>
          </a:bodyPr>
          <a:lstStyle/>
          <a:p>
            <a:r>
              <a:rPr lang="en-US" altLang="zh-CN" sz="630">
                <a:solidFill>
                  <a:srgbClr val="4A5B78"/>
                </a:solidFill>
                <a:latin typeface="Aptos" panose="020B0004020202020204" pitchFamily="34" charset="0"/>
              </a:rPr>
              <a:t>0/1,200 false-owner controls</a:t>
            </a:r>
            <a:endParaRPr lang="zh-CN" altLang="en-US" sz="630">
              <a:solidFill>
                <a:srgbClr val="4A5B78"/>
              </a:solidFill>
              <a:latin typeface="Aptos" panose="020B0004020202020204" pitchFamily="34" charset="0"/>
            </a:endParaRPr>
          </a:p>
        </p:txBody>
      </p:sp>
      <p:sp>
        <p:nvSpPr>
          <p:cNvPr id="48" name="lane-ctrl-3">
            <a:extLst>
              <a:ext uri="{FF2B5EF4-FFF2-40B4-BE49-F238E27FC236}">
                <a16:creationId xmlns:a16="http://schemas.microsoft.com/office/drawing/2014/main" id="{47873546-29B4-48BF-179B-FA28738B1C57}"/>
              </a:ext>
            </a:extLst>
          </p:cNvPr>
          <p:cNvSpPr txBox="1"/>
          <p:nvPr/>
        </p:nvSpPr>
        <p:spPr>
          <a:xfrm>
            <a:off x="6680200" y="5054600"/>
            <a:ext cx="1752600" cy="276999"/>
          </a:xfrm>
          <a:prstGeom prst="rect">
            <a:avLst/>
          </a:prstGeom>
          <a:noFill/>
        </p:spPr>
        <p:txBody>
          <a:bodyPr vert="horz" wrap="square" lIns="0" tIns="0" rIns="0" bIns="0" rtlCol="0">
            <a:noAutofit/>
          </a:bodyPr>
          <a:lstStyle/>
          <a:p>
            <a:r>
              <a:rPr lang="en-US" altLang="zh-CN" sz="720" b="1">
                <a:solidFill>
                  <a:srgbClr val="071A3D"/>
                </a:solidFill>
                <a:latin typeface="Aptos" panose="020B0004020202020204" pitchFamily="34" charset="0"/>
              </a:rPr>
              <a:t>scoped owner attribution</a:t>
            </a:r>
            <a:endParaRPr lang="zh-CN" altLang="en-US" sz="720" b="1">
              <a:solidFill>
                <a:srgbClr val="071A3D"/>
              </a:solidFill>
              <a:latin typeface="Aptos" panose="020B0004020202020204" pitchFamily="34" charset="0"/>
            </a:endParaRPr>
          </a:p>
        </p:txBody>
      </p:sp>
      <p:cxnSp>
        <p:nvCxnSpPr>
          <p:cNvPr id="49" name="lane-mid-3">
            <a:extLst>
              <a:ext uri="{FF2B5EF4-FFF2-40B4-BE49-F238E27FC236}">
                <a16:creationId xmlns:a16="http://schemas.microsoft.com/office/drawing/2014/main" id="{2AC1BAFA-4CA1-BA67-03B0-DDC7DB84C0E5}"/>
              </a:ext>
            </a:extLst>
          </p:cNvPr>
          <p:cNvCxnSpPr/>
          <p:nvPr/>
        </p:nvCxnSpPr>
        <p:spPr>
          <a:xfrm>
            <a:off x="8788400" y="5016500"/>
            <a:ext cx="0" cy="22860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0" name="lane-block-3">
            <a:extLst>
              <a:ext uri="{FF2B5EF4-FFF2-40B4-BE49-F238E27FC236}">
                <a16:creationId xmlns:a16="http://schemas.microsoft.com/office/drawing/2014/main" id="{EE43AC44-66F3-81D0-A697-814766793FB2}"/>
              </a:ext>
            </a:extLst>
          </p:cNvPr>
          <p:cNvSpPr txBox="1"/>
          <p:nvPr/>
        </p:nvSpPr>
        <p:spPr>
          <a:xfrm>
            <a:off x="9194800" y="5054600"/>
            <a:ext cx="1854200" cy="276999"/>
          </a:xfrm>
          <a:prstGeom prst="rect">
            <a:avLst/>
          </a:prstGeom>
          <a:noFill/>
        </p:spPr>
        <p:txBody>
          <a:bodyPr vert="horz" wrap="square" lIns="0" tIns="0" rIns="0" bIns="0" rtlCol="0">
            <a:noAutofit/>
          </a:bodyPr>
          <a:lstStyle/>
          <a:p>
            <a:r>
              <a:rPr lang="en-US" altLang="zh-CN" sz="700" b="1">
                <a:solidFill>
                  <a:srgbClr val="B8293C"/>
                </a:solidFill>
                <a:latin typeface="Aptos" panose="020B0004020202020204" pitchFamily="34" charset="0"/>
              </a:rPr>
              <a:t>general ownership proof</a:t>
            </a:r>
            <a:endParaRPr lang="zh-CN" altLang="en-US" sz="700" b="1">
              <a:solidFill>
                <a:srgbClr val="B8293C"/>
              </a:solidFill>
              <a:latin typeface="Aptos" panose="020B0004020202020204" pitchFamily="34" charset="0"/>
            </a:endParaRPr>
          </a:p>
        </p:txBody>
      </p:sp>
      <p:sp>
        <p:nvSpPr>
          <p:cNvPr id="51" name="lane-4">
            <a:extLst>
              <a:ext uri="{FF2B5EF4-FFF2-40B4-BE49-F238E27FC236}">
                <a16:creationId xmlns:a16="http://schemas.microsoft.com/office/drawing/2014/main" id="{08B18821-A0E9-73CC-A472-C8165225A460}"/>
              </a:ext>
            </a:extLst>
          </p:cNvPr>
          <p:cNvSpPr/>
          <p:nvPr/>
        </p:nvSpPr>
        <p:spPr>
          <a:xfrm>
            <a:off x="889000" y="5410200"/>
            <a:ext cx="10414000" cy="3810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lane-band-4">
            <a:extLst>
              <a:ext uri="{FF2B5EF4-FFF2-40B4-BE49-F238E27FC236}">
                <a16:creationId xmlns:a16="http://schemas.microsoft.com/office/drawing/2014/main" id="{ACC6D00A-FC84-7D0F-1451-8E5779A5C3FB}"/>
              </a:ext>
            </a:extLst>
          </p:cNvPr>
          <p:cNvSpPr/>
          <p:nvPr/>
        </p:nvSpPr>
        <p:spPr>
          <a:xfrm>
            <a:off x="889000" y="5410200"/>
            <a:ext cx="88900" cy="3810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lane-name-4">
            <a:extLst>
              <a:ext uri="{FF2B5EF4-FFF2-40B4-BE49-F238E27FC236}">
                <a16:creationId xmlns:a16="http://schemas.microsoft.com/office/drawing/2014/main" id="{70458B59-EC8E-1C1D-B791-9B7DBB4C8F0F}"/>
              </a:ext>
            </a:extLst>
          </p:cNvPr>
          <p:cNvSpPr txBox="1"/>
          <p:nvPr/>
        </p:nvSpPr>
        <p:spPr>
          <a:xfrm>
            <a:off x="1168400" y="5524500"/>
            <a:ext cx="1346200" cy="276999"/>
          </a:xfrm>
          <a:prstGeom prst="rect">
            <a:avLst/>
          </a:prstGeom>
          <a:noFill/>
        </p:spPr>
        <p:txBody>
          <a:bodyPr vert="horz" wrap="square" lIns="0" tIns="0" rIns="0" bIns="0" rtlCol="0">
            <a:noAutofit/>
          </a:bodyPr>
          <a:lstStyle/>
          <a:p>
            <a:r>
              <a:rPr lang="en-US" altLang="zh-CN" sz="780" b="1">
                <a:solidFill>
                  <a:srgbClr val="1F7A4D"/>
                </a:solidFill>
                <a:latin typeface="Aptos" panose="020B0004020202020204" pitchFamily="34" charset="0"/>
              </a:rPr>
              <a:t>SealAudit</a:t>
            </a:r>
            <a:endParaRPr lang="zh-CN" altLang="en-US" sz="780" b="1">
              <a:solidFill>
                <a:srgbClr val="1F7A4D"/>
              </a:solidFill>
              <a:latin typeface="Aptos" panose="020B0004020202020204" pitchFamily="34" charset="0"/>
            </a:endParaRPr>
          </a:p>
        </p:txBody>
      </p:sp>
      <p:sp>
        <p:nvSpPr>
          <p:cNvPr id="54" name="lane-val-4">
            <a:extLst>
              <a:ext uri="{FF2B5EF4-FFF2-40B4-BE49-F238E27FC236}">
                <a16:creationId xmlns:a16="http://schemas.microsoft.com/office/drawing/2014/main" id="{0F32F9BB-07DC-E1B3-883B-6E8D71CEBF7A}"/>
              </a:ext>
            </a:extLst>
          </p:cNvPr>
          <p:cNvSpPr txBox="1"/>
          <p:nvPr/>
        </p:nvSpPr>
        <p:spPr>
          <a:xfrm>
            <a:off x="2717800" y="5461000"/>
            <a:ext cx="2057400" cy="276999"/>
          </a:xfrm>
          <a:prstGeom prst="rect">
            <a:avLst/>
          </a:prstGeom>
          <a:noFill/>
        </p:spPr>
        <p:txBody>
          <a:bodyPr vert="horz" wrap="square" lIns="0" tIns="0" rIns="0" bIns="0" rtlCol="0">
            <a:noAutofit/>
          </a:bodyPr>
          <a:lstStyle/>
          <a:p>
            <a:r>
              <a:rPr lang="en-US" altLang="zh-CN" sz="1280" b="1">
                <a:solidFill>
                  <a:srgbClr val="071A3D"/>
                </a:solidFill>
                <a:latin typeface="Aptos" panose="020B0004020202020204" pitchFamily="34" charset="0"/>
              </a:rPr>
              <a:t>81/960</a:t>
            </a:r>
            <a:endParaRPr lang="zh-CN" altLang="en-US" sz="1280" b="1">
              <a:solidFill>
                <a:srgbClr val="071A3D"/>
              </a:solidFill>
              <a:latin typeface="Aptos" panose="020B0004020202020204" pitchFamily="34" charset="0"/>
            </a:endParaRPr>
          </a:p>
        </p:txBody>
      </p:sp>
      <p:sp>
        <p:nvSpPr>
          <p:cNvPr id="55" name="lane-desc-4">
            <a:extLst>
              <a:ext uri="{FF2B5EF4-FFF2-40B4-BE49-F238E27FC236}">
                <a16:creationId xmlns:a16="http://schemas.microsoft.com/office/drawing/2014/main" id="{97B2387F-E3A0-DEAC-0805-BAC3195F2EA4}"/>
              </a:ext>
            </a:extLst>
          </p:cNvPr>
          <p:cNvSpPr txBox="1"/>
          <p:nvPr/>
        </p:nvSpPr>
        <p:spPr>
          <a:xfrm>
            <a:off x="4902200" y="5537200"/>
            <a:ext cx="1524000" cy="276999"/>
          </a:xfrm>
          <a:prstGeom prst="rect">
            <a:avLst/>
          </a:prstGeom>
          <a:noFill/>
        </p:spPr>
        <p:txBody>
          <a:bodyPr vert="horz" wrap="square" lIns="0" tIns="0" rIns="0" bIns="0" rtlCol="0">
            <a:noAutofit/>
          </a:bodyPr>
          <a:lstStyle/>
          <a:p>
            <a:r>
              <a:rPr lang="en-US" altLang="zh-CN" sz="630">
                <a:solidFill>
                  <a:srgbClr val="4A5B78"/>
                </a:solidFill>
                <a:latin typeface="Aptos" panose="020B0004020202020204" pitchFamily="34" charset="0"/>
              </a:rPr>
              <a:t>0 unsafe passes observed</a:t>
            </a:r>
            <a:endParaRPr lang="zh-CN" altLang="en-US" sz="630">
              <a:solidFill>
                <a:srgbClr val="4A5B78"/>
              </a:solidFill>
              <a:latin typeface="Aptos" panose="020B0004020202020204" pitchFamily="34" charset="0"/>
            </a:endParaRPr>
          </a:p>
        </p:txBody>
      </p:sp>
      <p:sp>
        <p:nvSpPr>
          <p:cNvPr id="56" name="lane-ctrl-4">
            <a:extLst>
              <a:ext uri="{FF2B5EF4-FFF2-40B4-BE49-F238E27FC236}">
                <a16:creationId xmlns:a16="http://schemas.microsoft.com/office/drawing/2014/main" id="{3BDD313E-FEDA-73EB-B96D-88F597DA7E6D}"/>
              </a:ext>
            </a:extLst>
          </p:cNvPr>
          <p:cNvSpPr txBox="1"/>
          <p:nvPr/>
        </p:nvSpPr>
        <p:spPr>
          <a:xfrm>
            <a:off x="6680200" y="5524500"/>
            <a:ext cx="1752600" cy="276999"/>
          </a:xfrm>
          <a:prstGeom prst="rect">
            <a:avLst/>
          </a:prstGeom>
          <a:noFill/>
        </p:spPr>
        <p:txBody>
          <a:bodyPr vert="horz" wrap="square" lIns="0" tIns="0" rIns="0" bIns="0" rtlCol="0">
            <a:noAutofit/>
          </a:bodyPr>
          <a:lstStyle/>
          <a:p>
            <a:r>
              <a:rPr lang="en-US" altLang="zh-CN" sz="720" b="1">
                <a:solidFill>
                  <a:srgbClr val="071A3D"/>
                </a:solidFill>
                <a:latin typeface="Aptos" panose="020B0004020202020204" pitchFamily="34" charset="0"/>
              </a:rPr>
              <a:t>selective security triage</a:t>
            </a:r>
            <a:endParaRPr lang="zh-CN" altLang="en-US" sz="720" b="1">
              <a:solidFill>
                <a:srgbClr val="071A3D"/>
              </a:solidFill>
              <a:latin typeface="Aptos" panose="020B0004020202020204" pitchFamily="34" charset="0"/>
            </a:endParaRPr>
          </a:p>
        </p:txBody>
      </p:sp>
      <p:cxnSp>
        <p:nvCxnSpPr>
          <p:cNvPr id="57" name="lane-mid-4">
            <a:extLst>
              <a:ext uri="{FF2B5EF4-FFF2-40B4-BE49-F238E27FC236}">
                <a16:creationId xmlns:a16="http://schemas.microsoft.com/office/drawing/2014/main" id="{DC7CC7DE-9F2F-93A6-4996-F7FD814B8FCC}"/>
              </a:ext>
            </a:extLst>
          </p:cNvPr>
          <p:cNvCxnSpPr/>
          <p:nvPr/>
        </p:nvCxnSpPr>
        <p:spPr>
          <a:xfrm>
            <a:off x="8788400" y="5486400"/>
            <a:ext cx="0" cy="22860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8" name="lane-block-4">
            <a:extLst>
              <a:ext uri="{FF2B5EF4-FFF2-40B4-BE49-F238E27FC236}">
                <a16:creationId xmlns:a16="http://schemas.microsoft.com/office/drawing/2014/main" id="{8197D494-2DD0-F4AB-99BA-4F97AAF9C0BE}"/>
              </a:ext>
            </a:extLst>
          </p:cNvPr>
          <p:cNvSpPr txBox="1"/>
          <p:nvPr/>
        </p:nvSpPr>
        <p:spPr>
          <a:xfrm>
            <a:off x="9194800" y="5524500"/>
            <a:ext cx="1854200" cy="276999"/>
          </a:xfrm>
          <a:prstGeom prst="rect">
            <a:avLst/>
          </a:prstGeom>
          <a:noFill/>
        </p:spPr>
        <p:txBody>
          <a:bodyPr vert="horz" wrap="square" lIns="0" tIns="0" rIns="0" bIns="0" rtlCol="0">
            <a:noAutofit/>
          </a:bodyPr>
          <a:lstStyle/>
          <a:p>
            <a:r>
              <a:rPr lang="en-US" altLang="zh-CN" sz="700" b="1">
                <a:solidFill>
                  <a:srgbClr val="B8293C"/>
                </a:solidFill>
                <a:latin typeface="Aptos" panose="020B0004020202020204" pitchFamily="34" charset="0"/>
              </a:rPr>
              <a:t>safety certificate</a:t>
            </a:r>
            <a:endParaRPr lang="zh-CN" altLang="en-US" sz="700" b="1">
              <a:solidFill>
                <a:srgbClr val="B8293C"/>
              </a:solidFill>
              <a:latin typeface="Aptos" panose="020B0004020202020204" pitchFamily="34" charset="0"/>
            </a:endParaRPr>
          </a:p>
        </p:txBody>
      </p:sp>
      <p:sp>
        <p:nvSpPr>
          <p:cNvPr id="59" name="call">
            <a:extLst>
              <a:ext uri="{FF2B5EF4-FFF2-40B4-BE49-F238E27FC236}">
                <a16:creationId xmlns:a16="http://schemas.microsoft.com/office/drawing/2014/main" id="{2C77DFC2-9E51-E6AD-3EE2-013F03947816}"/>
              </a:ext>
            </a:extLst>
          </p:cNvPr>
          <p:cNvSpPr/>
          <p:nvPr/>
        </p:nvSpPr>
        <p:spPr>
          <a:xfrm>
            <a:off x="1854200" y="5943600"/>
            <a:ext cx="81280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call-t">
            <a:extLst>
              <a:ext uri="{FF2B5EF4-FFF2-40B4-BE49-F238E27FC236}">
                <a16:creationId xmlns:a16="http://schemas.microsoft.com/office/drawing/2014/main" id="{3E0AE07D-EE8C-6764-F19B-4C972D7A89D0}"/>
              </a:ext>
            </a:extLst>
          </p:cNvPr>
          <p:cNvSpPr txBox="1"/>
          <p:nvPr/>
        </p:nvSpPr>
        <p:spPr>
          <a:xfrm>
            <a:off x="2235200" y="6032500"/>
            <a:ext cx="7366000" cy="276999"/>
          </a:xfrm>
          <a:prstGeom prst="rect">
            <a:avLst/>
          </a:prstGeom>
          <a:noFill/>
        </p:spPr>
        <p:txBody>
          <a:bodyPr vert="horz" wrap="square" lIns="0" tIns="0" rIns="0" bIns="0" rtlCol="0">
            <a:noAutofit/>
          </a:bodyPr>
          <a:lstStyle/>
          <a:p>
            <a:r>
              <a:rPr lang="en-US" altLang="zh-CN" sz="770" b="1">
                <a:solidFill>
                  <a:srgbClr val="071A3D"/>
                </a:solidFill>
                <a:latin typeface="Aptos" panose="020B0004020202020204" pitchFamily="34" charset="0"/>
              </a:rPr>
              <a:t>Takeaway: a broader claim needs a new admitted evidence object.</a:t>
            </a:r>
            <a:endParaRPr lang="zh-CN" altLang="en-US" sz="770" b="1">
              <a:solidFill>
                <a:srgbClr val="071A3D"/>
              </a:solidFill>
              <a:latin typeface="Aptos" panose="020B0004020202020204" pitchFamily="34" charset="0"/>
            </a:endParaRPr>
          </a:p>
        </p:txBody>
      </p:sp>
      <p:sp>
        <p:nvSpPr>
          <p:cNvPr id="61" name="footer-hit-7">
            <a:hlinkClick r:id="rId4"/>
            <a:extLst>
              <a:ext uri="{FF2B5EF4-FFF2-40B4-BE49-F238E27FC236}">
                <a16:creationId xmlns:a16="http://schemas.microsoft.com/office/drawing/2014/main" id="{F62300B8-093B-5DCA-72B6-DF43F74FBFCA}"/>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1256728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60"/>
                                        <p:tgtEl>
                                          <p:spTgt spid="16"/>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160"/>
                                        <p:tgtEl>
                                          <p:spTgt spid="17"/>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160"/>
                                        <p:tgtEl>
                                          <p:spTgt spid="18"/>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60"/>
                                        <p:tgtEl>
                                          <p:spTgt spid="19"/>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160"/>
                                        <p:tgtEl>
                                          <p:spTgt spid="20"/>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160"/>
                                        <p:tgtEl>
                                          <p:spTgt spid="21"/>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160"/>
                                        <p:tgtEl>
                                          <p:spTgt spid="22"/>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160"/>
                                        <p:tgtEl>
                                          <p:spTgt spid="23"/>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160"/>
                                        <p:tgtEl>
                                          <p:spTgt spid="24"/>
                                        </p:tgtEl>
                                      </p:cBhvr>
                                    </p:animEffect>
                                  </p:childTnLst>
                                </p:cTn>
                              </p:par>
                            </p:childTnLst>
                          </p:cTn>
                        </p:par>
                        <p:par>
                          <p:cTn id="40" fill="hold">
                            <p:stCondLst>
                              <p:cond delay="1440"/>
                            </p:stCondLst>
                            <p:childTnLst>
                              <p:par>
                                <p:cTn id="41" presetID="10" presetClass="entr" presetSubtype="0" fill="hold" nodeType="after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160"/>
                                        <p:tgtEl>
                                          <p:spTgt spid="25"/>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160"/>
                                        <p:tgtEl>
                                          <p:spTgt spid="26"/>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160"/>
                                        <p:tgtEl>
                                          <p:spTgt spid="27"/>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160"/>
                                        <p:tgtEl>
                                          <p:spTgt spid="28"/>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160"/>
                                        <p:tgtEl>
                                          <p:spTgt spid="29"/>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160"/>
                                        <p:tgtEl>
                                          <p:spTgt spid="30"/>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160"/>
                                        <p:tgtEl>
                                          <p:spTgt spid="31"/>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160"/>
                                        <p:tgtEl>
                                          <p:spTgt spid="32"/>
                                        </p:tgtEl>
                                      </p:cBhvr>
                                    </p:animEffect>
                                  </p:childTnLst>
                                </p:cTn>
                              </p:par>
                            </p:childTnLst>
                          </p:cTn>
                        </p:par>
                        <p:par>
                          <p:cTn id="72" fill="hold">
                            <p:stCondLst>
                              <p:cond delay="2720"/>
                            </p:stCondLst>
                            <p:childTnLst>
                              <p:par>
                                <p:cTn id="73" presetID="10" presetClass="entr" presetSubtype="0" fill="hold"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160"/>
                                        <p:tgtEl>
                                          <p:spTgt spid="33"/>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160"/>
                                        <p:tgtEl>
                                          <p:spTgt spid="34"/>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160"/>
                                        <p:tgtEl>
                                          <p:spTgt spid="35"/>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160"/>
                                        <p:tgtEl>
                                          <p:spTgt spid="36"/>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160"/>
                                        <p:tgtEl>
                                          <p:spTgt spid="37"/>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160"/>
                                        <p:tgtEl>
                                          <p:spTgt spid="38"/>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160"/>
                                        <p:tgtEl>
                                          <p:spTgt spid="39"/>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0"/>
                                        </p:tgtEl>
                                        <p:attrNameLst>
                                          <p:attrName>style.visibility</p:attrName>
                                        </p:attrNameLst>
                                      </p:cBhvr>
                                      <p:to>
                                        <p:strVal val="visible"/>
                                      </p:to>
                                    </p:set>
                                    <p:animEffect transition="in" filter="fade">
                                      <p:cBhvr>
                                        <p:cTn id="103" dur="160"/>
                                        <p:tgtEl>
                                          <p:spTgt spid="40"/>
                                        </p:tgtEl>
                                      </p:cBhvr>
                                    </p:animEffect>
                                  </p:childTnLst>
                                </p:cTn>
                              </p:par>
                            </p:childTnLst>
                          </p:cTn>
                        </p:par>
                        <p:par>
                          <p:cTn id="104" fill="hold">
                            <p:stCondLst>
                              <p:cond delay="4000"/>
                            </p:stCondLst>
                            <p:childTnLst>
                              <p:par>
                                <p:cTn id="105" presetID="10" presetClass="entr" presetSubtype="0" fill="hold" nodeType="after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160"/>
                                        <p:tgtEl>
                                          <p:spTgt spid="41"/>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160"/>
                                        <p:tgtEl>
                                          <p:spTgt spid="42"/>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3"/>
                                        </p:tgtEl>
                                        <p:attrNameLst>
                                          <p:attrName>style.visibility</p:attrName>
                                        </p:attrNameLst>
                                      </p:cBhvr>
                                      <p:to>
                                        <p:strVal val="visible"/>
                                      </p:to>
                                    </p:set>
                                    <p:animEffect transition="in" filter="fade">
                                      <p:cBhvr>
                                        <p:cTn id="115" dur="160"/>
                                        <p:tgtEl>
                                          <p:spTgt spid="43"/>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160"/>
                                        <p:tgtEl>
                                          <p:spTgt spid="44"/>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160"/>
                                        <p:tgtEl>
                                          <p:spTgt spid="45"/>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fade">
                                      <p:cBhvr>
                                        <p:cTn id="127" dur="160"/>
                                        <p:tgtEl>
                                          <p:spTgt spid="46"/>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160"/>
                                        <p:tgtEl>
                                          <p:spTgt spid="47"/>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8"/>
                                        </p:tgtEl>
                                        <p:attrNameLst>
                                          <p:attrName>style.visibility</p:attrName>
                                        </p:attrNameLst>
                                      </p:cBhvr>
                                      <p:to>
                                        <p:strVal val="visible"/>
                                      </p:to>
                                    </p:set>
                                    <p:animEffect transition="in" filter="fade">
                                      <p:cBhvr>
                                        <p:cTn id="135" dur="160"/>
                                        <p:tgtEl>
                                          <p:spTgt spid="48"/>
                                        </p:tgtEl>
                                      </p:cBhvr>
                                    </p:animEffect>
                                  </p:childTnLst>
                                </p:cTn>
                              </p:par>
                            </p:childTnLst>
                          </p:cTn>
                        </p:par>
                        <p:par>
                          <p:cTn id="136" fill="hold">
                            <p:stCondLst>
                              <p:cond delay="5280"/>
                            </p:stCondLst>
                            <p:childTnLst>
                              <p:par>
                                <p:cTn id="137" presetID="10" presetClass="entr" presetSubtype="0" fill="hold" nodeType="afterEffect">
                                  <p:stCondLst>
                                    <p:cond delay="0"/>
                                  </p:stCondLst>
                                  <p:childTnLst>
                                    <p:set>
                                      <p:cBhvr>
                                        <p:cTn id="138" dur="1" fill="hold">
                                          <p:stCondLst>
                                            <p:cond delay="0"/>
                                          </p:stCondLst>
                                        </p:cTn>
                                        <p:tgtEl>
                                          <p:spTgt spid="49"/>
                                        </p:tgtEl>
                                        <p:attrNameLst>
                                          <p:attrName>style.visibility</p:attrName>
                                        </p:attrNameLst>
                                      </p:cBhvr>
                                      <p:to>
                                        <p:strVal val="visible"/>
                                      </p:to>
                                    </p:set>
                                    <p:animEffect transition="in" filter="fade">
                                      <p:cBhvr>
                                        <p:cTn id="139" dur="160"/>
                                        <p:tgtEl>
                                          <p:spTgt spid="49"/>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50"/>
                                        </p:tgtEl>
                                        <p:attrNameLst>
                                          <p:attrName>style.visibility</p:attrName>
                                        </p:attrNameLst>
                                      </p:cBhvr>
                                      <p:to>
                                        <p:strVal val="visible"/>
                                      </p:to>
                                    </p:set>
                                    <p:animEffect transition="in" filter="fade">
                                      <p:cBhvr>
                                        <p:cTn id="143" dur="160"/>
                                        <p:tgtEl>
                                          <p:spTgt spid="50"/>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51"/>
                                        </p:tgtEl>
                                        <p:attrNameLst>
                                          <p:attrName>style.visibility</p:attrName>
                                        </p:attrNameLst>
                                      </p:cBhvr>
                                      <p:to>
                                        <p:strVal val="visible"/>
                                      </p:to>
                                    </p:set>
                                    <p:animEffect transition="in" filter="fade">
                                      <p:cBhvr>
                                        <p:cTn id="147" dur="160"/>
                                        <p:tgtEl>
                                          <p:spTgt spid="51"/>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1" dur="160"/>
                                        <p:tgtEl>
                                          <p:spTgt spid="52"/>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3"/>
                                        </p:tgtEl>
                                        <p:attrNameLst>
                                          <p:attrName>style.visibility</p:attrName>
                                        </p:attrNameLst>
                                      </p:cBhvr>
                                      <p:to>
                                        <p:strVal val="visible"/>
                                      </p:to>
                                    </p:set>
                                    <p:animEffect transition="in" filter="fade">
                                      <p:cBhvr>
                                        <p:cTn id="155" dur="160"/>
                                        <p:tgtEl>
                                          <p:spTgt spid="53"/>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160"/>
                                        <p:tgtEl>
                                          <p:spTgt spid="54"/>
                                        </p:tgtEl>
                                      </p:cBhvr>
                                    </p:animEffect>
                                  </p:childTnLst>
                                </p:cTn>
                              </p:par>
                            </p:childTnLst>
                          </p:cTn>
                        </p:par>
                        <p:par>
                          <p:cTn id="160" fill="hold">
                            <p:stCondLst>
                              <p:cond delay="6240"/>
                            </p:stCondLst>
                            <p:childTnLst>
                              <p:par>
                                <p:cTn id="161" presetID="10" presetClass="entr" presetSubtype="0" fill="hold" grpId="0" nodeType="afterEffect">
                                  <p:stCondLst>
                                    <p:cond delay="0"/>
                                  </p:stCondLst>
                                  <p:childTnLst>
                                    <p:set>
                                      <p:cBhvr>
                                        <p:cTn id="162" dur="1" fill="hold">
                                          <p:stCondLst>
                                            <p:cond delay="0"/>
                                          </p:stCondLst>
                                        </p:cTn>
                                        <p:tgtEl>
                                          <p:spTgt spid="55"/>
                                        </p:tgtEl>
                                        <p:attrNameLst>
                                          <p:attrName>style.visibility</p:attrName>
                                        </p:attrNameLst>
                                      </p:cBhvr>
                                      <p:to>
                                        <p:strVal val="visible"/>
                                      </p:to>
                                    </p:set>
                                    <p:animEffect transition="in" filter="fade">
                                      <p:cBhvr>
                                        <p:cTn id="163" dur="160"/>
                                        <p:tgtEl>
                                          <p:spTgt spid="55"/>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6"/>
                                        </p:tgtEl>
                                        <p:attrNameLst>
                                          <p:attrName>style.visibility</p:attrName>
                                        </p:attrNameLst>
                                      </p:cBhvr>
                                      <p:to>
                                        <p:strVal val="visible"/>
                                      </p:to>
                                    </p:set>
                                    <p:animEffect transition="in" filter="fade">
                                      <p:cBhvr>
                                        <p:cTn id="167" dur="160"/>
                                        <p:tgtEl>
                                          <p:spTgt spid="56"/>
                                        </p:tgtEl>
                                      </p:cBhvr>
                                    </p:animEffect>
                                  </p:childTnLst>
                                </p:cTn>
                              </p:par>
                            </p:childTnLst>
                          </p:cTn>
                        </p:par>
                        <p:par>
                          <p:cTn id="168" fill="hold">
                            <p:stCondLst>
                              <p:cond delay="6560"/>
                            </p:stCondLst>
                            <p:childTnLst>
                              <p:par>
                                <p:cTn id="169" presetID="10" presetClass="entr" presetSubtype="0" fill="hold" nodeType="afterEffect">
                                  <p:stCondLst>
                                    <p:cond delay="0"/>
                                  </p:stCondLst>
                                  <p:childTnLst>
                                    <p:set>
                                      <p:cBhvr>
                                        <p:cTn id="170" dur="1" fill="hold">
                                          <p:stCondLst>
                                            <p:cond delay="0"/>
                                          </p:stCondLst>
                                        </p:cTn>
                                        <p:tgtEl>
                                          <p:spTgt spid="57"/>
                                        </p:tgtEl>
                                        <p:attrNameLst>
                                          <p:attrName>style.visibility</p:attrName>
                                        </p:attrNameLst>
                                      </p:cBhvr>
                                      <p:to>
                                        <p:strVal val="visible"/>
                                      </p:to>
                                    </p:set>
                                    <p:animEffect transition="in" filter="fade">
                                      <p:cBhvr>
                                        <p:cTn id="171" dur="160"/>
                                        <p:tgtEl>
                                          <p:spTgt spid="57"/>
                                        </p:tgtEl>
                                      </p:cBhvr>
                                    </p:animEffect>
                                  </p:childTnLst>
                                </p:cTn>
                              </p:par>
                            </p:childTnLst>
                          </p:cTn>
                        </p:par>
                        <p:par>
                          <p:cTn id="172" fill="hold">
                            <p:stCondLst>
                              <p:cond delay="6720"/>
                            </p:stCondLst>
                            <p:childTnLst>
                              <p:par>
                                <p:cTn id="173" presetID="10" presetClass="entr" presetSubtype="0" fill="hold" grpId="0" nodeType="afterEffect">
                                  <p:stCondLst>
                                    <p:cond delay="0"/>
                                  </p:stCondLst>
                                  <p:childTnLst>
                                    <p:set>
                                      <p:cBhvr>
                                        <p:cTn id="174" dur="1" fill="hold">
                                          <p:stCondLst>
                                            <p:cond delay="0"/>
                                          </p:stCondLst>
                                        </p:cTn>
                                        <p:tgtEl>
                                          <p:spTgt spid="58"/>
                                        </p:tgtEl>
                                        <p:attrNameLst>
                                          <p:attrName>style.visibility</p:attrName>
                                        </p:attrNameLst>
                                      </p:cBhvr>
                                      <p:to>
                                        <p:strVal val="visible"/>
                                      </p:to>
                                    </p:set>
                                    <p:animEffect transition="in" filter="fade">
                                      <p:cBhvr>
                                        <p:cTn id="175" dur="160"/>
                                        <p:tgtEl>
                                          <p:spTgt spid="58"/>
                                        </p:tgtEl>
                                      </p:cBhvr>
                                    </p:animEffect>
                                  </p:childTnLst>
                                </p:cTn>
                              </p:par>
                            </p:childTnLst>
                          </p:cTn>
                        </p:par>
                        <p:par>
                          <p:cTn id="176" fill="hold">
                            <p:stCondLst>
                              <p:cond delay="6880"/>
                            </p:stCondLst>
                            <p:childTnLst>
                              <p:par>
                                <p:cTn id="177" presetID="10" presetClass="entr" presetSubtype="0"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fade">
                                      <p:cBhvr>
                                        <p:cTn id="179" dur="160"/>
                                        <p:tgtEl>
                                          <p:spTgt spid="59"/>
                                        </p:tgtEl>
                                      </p:cBhvr>
                                    </p:animEffect>
                                  </p:childTnLst>
                                </p:cTn>
                              </p:par>
                            </p:childTnLst>
                          </p:cTn>
                        </p:par>
                        <p:par>
                          <p:cTn id="180" fill="hold">
                            <p:stCondLst>
                              <p:cond delay="7040"/>
                            </p:stCondLst>
                            <p:childTnLst>
                              <p:par>
                                <p:cTn id="181" presetID="10" presetClass="entr" presetSubtype="0" fill="hold" grpId="0" nodeType="afterEffect">
                                  <p:stCondLst>
                                    <p:cond delay="0"/>
                                  </p:stCondLst>
                                  <p:childTnLst>
                                    <p:set>
                                      <p:cBhvr>
                                        <p:cTn id="182" dur="1" fill="hold">
                                          <p:stCondLst>
                                            <p:cond delay="0"/>
                                          </p:stCondLst>
                                        </p:cTn>
                                        <p:tgtEl>
                                          <p:spTgt spid="60"/>
                                        </p:tgtEl>
                                        <p:attrNameLst>
                                          <p:attrName>style.visibility</p:attrName>
                                        </p:attrNameLst>
                                      </p:cBhvr>
                                      <p:to>
                                        <p:strVal val="visible"/>
                                      </p:to>
                                    </p:set>
                                    <p:animEffect transition="in" filter="fade">
                                      <p:cBhvr>
                                        <p:cTn id="183" dur="16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animBg="1"/>
      <p:bldP spid="20" grpId="0" animBg="1"/>
      <p:bldP spid="21" grpId="0"/>
      <p:bldP spid="22" grpId="0"/>
      <p:bldP spid="23" grpId="0"/>
      <p:bldP spid="24" grpId="0"/>
      <p:bldP spid="26" grpId="0"/>
      <p:bldP spid="27" grpId="0" animBg="1"/>
      <p:bldP spid="28" grpId="0" animBg="1"/>
      <p:bldP spid="29" grpId="0"/>
      <p:bldP spid="30" grpId="0"/>
      <p:bldP spid="31" grpId="0"/>
      <p:bldP spid="32" grpId="0"/>
      <p:bldP spid="34" grpId="0"/>
      <p:bldP spid="35" grpId="0" animBg="1"/>
      <p:bldP spid="36" grpId="0" animBg="1"/>
      <p:bldP spid="37" grpId="0"/>
      <p:bldP spid="38" grpId="0"/>
      <p:bldP spid="39" grpId="0"/>
      <p:bldP spid="40" grpId="0"/>
      <p:bldP spid="42" grpId="0"/>
      <p:bldP spid="43" grpId="0" animBg="1"/>
      <p:bldP spid="44" grpId="0" animBg="1"/>
      <p:bldP spid="45" grpId="0"/>
      <p:bldP spid="46" grpId="0"/>
      <p:bldP spid="47" grpId="0"/>
      <p:bldP spid="48" grpId="0"/>
      <p:bldP spid="50" grpId="0"/>
      <p:bldP spid="51" grpId="0" animBg="1"/>
      <p:bldP spid="52" grpId="0" animBg="1"/>
      <p:bldP spid="53" grpId="0"/>
      <p:bldP spid="54" grpId="0"/>
      <p:bldP spid="55" grpId="0"/>
      <p:bldP spid="56" grpId="0"/>
      <p:bldP spid="58" grpId="0"/>
      <p:bldP spid="59" grpId="0" animBg="1"/>
      <p:bldP spid="6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3013E95-26F5-8719-102A-4BCA9FE9C93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3E4472E-1584-AA62-9C01-C04285FAC248}"/>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BC6D0A85-9302-11EE-A542-9E667D170D04}"/>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B646A799-4D89-EA16-19FE-57AFD84D9DB3}"/>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INTERPRETATION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DD0DA67-2D88-7629-4D33-8CC46C49E7B2}"/>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08</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DDCE7F77-5C7A-ECDF-9C1C-883BCD1B0409}"/>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9F6FD26-3E39-C4EA-0BC1-9815FA35BC6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914895F5-E79A-0CFA-32DB-3B520833235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3E6AB59A-52D8-162B-C329-9BCB3B2193B2}"/>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Abstention is a result when evidence is insufficient.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F8CB6937-7CAF-B1E7-0BFC-1E2E28B3840C}"/>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conservative modules are designed to say exactly where a broad claim should stop.</a:t>
            </a:r>
            <a:endParaRPr lang="zh-CN" altLang="en-US" sz="930">
              <a:solidFill>
                <a:srgbClr val="4A5B78"/>
              </a:solidFill>
              <a:latin typeface="Aptos" panose="020B0004020202020204" pitchFamily="34" charset="0"/>
            </a:endParaRPr>
          </a:p>
        </p:txBody>
      </p:sp>
      <p:sp>
        <p:nvSpPr>
          <p:cNvPr id="13" name="left">
            <a:extLst>
              <a:ext uri="{FF2B5EF4-FFF2-40B4-BE49-F238E27FC236}">
                <a16:creationId xmlns:a16="http://schemas.microsoft.com/office/drawing/2014/main" id="{D9DF63FF-F39E-C15D-340B-F094D9A4258E}"/>
              </a:ext>
            </a:extLst>
          </p:cNvPr>
          <p:cNvSpPr/>
          <p:nvPr/>
        </p:nvSpPr>
        <p:spPr>
          <a:xfrm>
            <a:off x="9906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band">
            <a:extLst>
              <a:ext uri="{FF2B5EF4-FFF2-40B4-BE49-F238E27FC236}">
                <a16:creationId xmlns:a16="http://schemas.microsoft.com/office/drawing/2014/main" id="{0726B388-F929-156D-88FF-CC8BD7E1465F}"/>
              </a:ext>
            </a:extLst>
          </p:cNvPr>
          <p:cNvSpPr/>
          <p:nvPr/>
        </p:nvSpPr>
        <p:spPr>
          <a:xfrm>
            <a:off x="990600" y="2082800"/>
            <a:ext cx="4775200" cy="101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left-k">
            <a:extLst>
              <a:ext uri="{FF2B5EF4-FFF2-40B4-BE49-F238E27FC236}">
                <a16:creationId xmlns:a16="http://schemas.microsoft.com/office/drawing/2014/main" id="{77487683-032D-699E-F8A8-9BD420C54502}"/>
              </a:ext>
            </a:extLst>
          </p:cNvPr>
          <p:cNvSpPr txBox="1"/>
          <p:nvPr/>
        </p:nvSpPr>
        <p:spPr>
          <a:xfrm>
            <a:off x="1422400" y="2489200"/>
            <a:ext cx="1778000" cy="276999"/>
          </a:xfrm>
          <a:prstGeom prst="rect">
            <a:avLst/>
          </a:prstGeom>
          <a:noFill/>
        </p:spPr>
        <p:txBody>
          <a:bodyPr vert="horz" wrap="square" lIns="0" tIns="0" rIns="0" bIns="0" rtlCol="0">
            <a:noAutofit/>
          </a:bodyPr>
          <a:lstStyle/>
          <a:p>
            <a:r>
              <a:rPr lang="en-US" altLang="zh-CN" sz="880" b="1">
                <a:solidFill>
                  <a:srgbClr val="5B45C8"/>
                </a:solidFill>
                <a:latin typeface="Aptos" panose="020B0004020202020204" pitchFamily="34" charset="0"/>
              </a:rPr>
              <a:t>CodeDye black-box audit</a:t>
            </a:r>
            <a:endParaRPr lang="zh-CN" altLang="en-US" sz="880" b="1">
              <a:solidFill>
                <a:srgbClr val="5B45C8"/>
              </a:solidFill>
              <a:latin typeface="Aptos" panose="020B0004020202020204" pitchFamily="34" charset="0"/>
            </a:endParaRPr>
          </a:p>
        </p:txBody>
      </p:sp>
      <p:sp>
        <p:nvSpPr>
          <p:cNvPr id="16" name="left-v">
            <a:extLst>
              <a:ext uri="{FF2B5EF4-FFF2-40B4-BE49-F238E27FC236}">
                <a16:creationId xmlns:a16="http://schemas.microsoft.com/office/drawing/2014/main" id="{B3EA5117-4228-282A-672A-86521D338870}"/>
              </a:ext>
            </a:extLst>
          </p:cNvPr>
          <p:cNvSpPr txBox="1"/>
          <p:nvPr/>
        </p:nvSpPr>
        <p:spPr>
          <a:xfrm>
            <a:off x="14224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6 / 300</a:t>
            </a:r>
            <a:endParaRPr lang="zh-CN" altLang="en-US" sz="2900" b="1">
              <a:solidFill>
                <a:srgbClr val="071A3D"/>
              </a:solidFill>
              <a:latin typeface="Aptos" panose="020B0004020202020204" pitchFamily="34" charset="0"/>
            </a:endParaRPr>
          </a:p>
        </p:txBody>
      </p:sp>
      <p:sp>
        <p:nvSpPr>
          <p:cNvPr id="17" name="left-s">
            <a:extLst>
              <a:ext uri="{FF2B5EF4-FFF2-40B4-BE49-F238E27FC236}">
                <a16:creationId xmlns:a16="http://schemas.microsoft.com/office/drawing/2014/main" id="{8814F461-6822-E1B0-B530-FD0CA27E7DA4}"/>
              </a:ext>
            </a:extLst>
          </p:cNvPr>
          <p:cNvSpPr txBox="1"/>
          <p:nvPr/>
        </p:nvSpPr>
        <p:spPr>
          <a:xfrm>
            <a:off x="3276600" y="3073400"/>
            <a:ext cx="16256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sparse live signals</a:t>
            </a:r>
            <a:endParaRPr lang="zh-CN" altLang="en-US" sz="960" b="1">
              <a:solidFill>
                <a:srgbClr val="4A5B78"/>
              </a:solidFill>
              <a:latin typeface="Aptos" panose="020B0004020202020204" pitchFamily="34" charset="0"/>
            </a:endParaRPr>
          </a:p>
        </p:txBody>
      </p:sp>
      <p:cxnSp>
        <p:nvCxnSpPr>
          <p:cNvPr id="18" name="left-rule">
            <a:extLst>
              <a:ext uri="{FF2B5EF4-FFF2-40B4-BE49-F238E27FC236}">
                <a16:creationId xmlns:a16="http://schemas.microsoft.com/office/drawing/2014/main" id="{1A91AFFD-2E02-8E10-0000-420B23E53796}"/>
              </a:ext>
            </a:extLst>
          </p:cNvPr>
          <p:cNvCxnSpPr/>
          <p:nvPr/>
        </p:nvCxnSpPr>
        <p:spPr>
          <a:xfrm>
            <a:off x="14224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left-a">
            <a:extLst>
              <a:ext uri="{FF2B5EF4-FFF2-40B4-BE49-F238E27FC236}">
                <a16:creationId xmlns:a16="http://schemas.microsoft.com/office/drawing/2014/main" id="{A8688AF0-E435-783E-8B64-0688159F6EDD}"/>
              </a:ext>
            </a:extLst>
          </p:cNvPr>
          <p:cNvSpPr txBox="1"/>
          <p:nvPr/>
        </p:nvSpPr>
        <p:spPr>
          <a:xfrm>
            <a:off x="14224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20" name="left-at">
            <a:extLst>
              <a:ext uri="{FF2B5EF4-FFF2-40B4-BE49-F238E27FC236}">
                <a16:creationId xmlns:a16="http://schemas.microsoft.com/office/drawing/2014/main" id="{CA4264DD-A95E-BB62-86AE-82991BBF663C}"/>
              </a:ext>
            </a:extLst>
          </p:cNvPr>
          <p:cNvSpPr txBox="1"/>
          <p:nvPr/>
        </p:nvSpPr>
        <p:spPr>
          <a:xfrm>
            <a:off x="23368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controlled null-audit evidence</a:t>
            </a:r>
            <a:endParaRPr lang="zh-CN" altLang="en-US" sz="810">
              <a:solidFill>
                <a:srgbClr val="071A3D"/>
              </a:solidFill>
              <a:latin typeface="Aptos" panose="020B0004020202020204" pitchFamily="34" charset="0"/>
            </a:endParaRPr>
          </a:p>
        </p:txBody>
      </p:sp>
      <p:sp>
        <p:nvSpPr>
          <p:cNvPr id="21" name="left-b">
            <a:extLst>
              <a:ext uri="{FF2B5EF4-FFF2-40B4-BE49-F238E27FC236}">
                <a16:creationId xmlns:a16="http://schemas.microsoft.com/office/drawing/2014/main" id="{C7D68C97-C8BF-768F-40C8-671756559AA3}"/>
              </a:ext>
            </a:extLst>
          </p:cNvPr>
          <p:cNvSpPr txBox="1"/>
          <p:nvPr/>
        </p:nvSpPr>
        <p:spPr>
          <a:xfrm>
            <a:off x="14224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22" name="left-bt">
            <a:extLst>
              <a:ext uri="{FF2B5EF4-FFF2-40B4-BE49-F238E27FC236}">
                <a16:creationId xmlns:a16="http://schemas.microsoft.com/office/drawing/2014/main" id="{1E195065-7B66-A5F9-DD24-4A4BCEC3B1E4}"/>
              </a:ext>
            </a:extLst>
          </p:cNvPr>
          <p:cNvSpPr txBox="1"/>
          <p:nvPr/>
        </p:nvSpPr>
        <p:spPr>
          <a:xfrm>
            <a:off x="23368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provider contamination accusation</a:t>
            </a:r>
            <a:endParaRPr lang="zh-CN" altLang="en-US" sz="810">
              <a:solidFill>
                <a:srgbClr val="071A3D"/>
              </a:solidFill>
              <a:latin typeface="Aptos" panose="020B0004020202020204" pitchFamily="34" charset="0"/>
            </a:endParaRPr>
          </a:p>
        </p:txBody>
      </p:sp>
      <p:sp>
        <p:nvSpPr>
          <p:cNvPr id="23" name="right">
            <a:extLst>
              <a:ext uri="{FF2B5EF4-FFF2-40B4-BE49-F238E27FC236}">
                <a16:creationId xmlns:a16="http://schemas.microsoft.com/office/drawing/2014/main" id="{F91A2C51-2EFA-0E97-73A8-37AB3D50BE16}"/>
              </a:ext>
            </a:extLst>
          </p:cNvPr>
          <p:cNvSpPr/>
          <p:nvPr/>
        </p:nvSpPr>
        <p:spPr>
          <a:xfrm>
            <a:off x="64262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ight-band">
            <a:extLst>
              <a:ext uri="{FF2B5EF4-FFF2-40B4-BE49-F238E27FC236}">
                <a16:creationId xmlns:a16="http://schemas.microsoft.com/office/drawing/2014/main" id="{CF9E093C-A3B4-A730-D955-58F47C7274FA}"/>
              </a:ext>
            </a:extLst>
          </p:cNvPr>
          <p:cNvSpPr/>
          <p:nvPr/>
        </p:nvSpPr>
        <p:spPr>
          <a:xfrm>
            <a:off x="6426200" y="2082800"/>
            <a:ext cx="47752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ight-k">
            <a:extLst>
              <a:ext uri="{FF2B5EF4-FFF2-40B4-BE49-F238E27FC236}">
                <a16:creationId xmlns:a16="http://schemas.microsoft.com/office/drawing/2014/main" id="{A6CB938C-4484-2A7B-D779-4CB848F94288}"/>
              </a:ext>
            </a:extLst>
          </p:cNvPr>
          <p:cNvSpPr txBox="1"/>
          <p:nvPr/>
        </p:nvSpPr>
        <p:spPr>
          <a:xfrm>
            <a:off x="6858000" y="2489200"/>
            <a:ext cx="1778000" cy="276999"/>
          </a:xfrm>
          <a:prstGeom prst="rect">
            <a:avLst/>
          </a:prstGeom>
          <a:noFill/>
        </p:spPr>
        <p:txBody>
          <a:bodyPr vert="horz" wrap="square" lIns="0" tIns="0" rIns="0" bIns="0" rtlCol="0">
            <a:noAutofit/>
          </a:bodyPr>
          <a:lstStyle/>
          <a:p>
            <a:r>
              <a:rPr lang="en-US" altLang="zh-CN" sz="880" b="1">
                <a:solidFill>
                  <a:srgbClr val="1F7A4D"/>
                </a:solidFill>
                <a:latin typeface="Aptos" panose="020B0004020202020204" pitchFamily="34" charset="0"/>
              </a:rPr>
              <a:t>SealAudit security triage</a:t>
            </a:r>
            <a:endParaRPr lang="zh-CN" altLang="en-US" sz="880" b="1">
              <a:solidFill>
                <a:srgbClr val="1F7A4D"/>
              </a:solidFill>
              <a:latin typeface="Aptos" panose="020B0004020202020204" pitchFamily="34" charset="0"/>
            </a:endParaRPr>
          </a:p>
        </p:txBody>
      </p:sp>
      <p:sp>
        <p:nvSpPr>
          <p:cNvPr id="26" name="right-v">
            <a:extLst>
              <a:ext uri="{FF2B5EF4-FFF2-40B4-BE49-F238E27FC236}">
                <a16:creationId xmlns:a16="http://schemas.microsoft.com/office/drawing/2014/main" id="{A5A3F50B-8A03-8312-6851-A53069897766}"/>
              </a:ext>
            </a:extLst>
          </p:cNvPr>
          <p:cNvSpPr txBox="1"/>
          <p:nvPr/>
        </p:nvSpPr>
        <p:spPr>
          <a:xfrm>
            <a:off x="68580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81 / 960</a:t>
            </a:r>
            <a:endParaRPr lang="zh-CN" altLang="en-US" sz="2900" b="1">
              <a:solidFill>
                <a:srgbClr val="071A3D"/>
              </a:solidFill>
              <a:latin typeface="Aptos" panose="020B0004020202020204" pitchFamily="34" charset="0"/>
            </a:endParaRPr>
          </a:p>
        </p:txBody>
      </p:sp>
      <p:sp>
        <p:nvSpPr>
          <p:cNvPr id="27" name="right-s">
            <a:extLst>
              <a:ext uri="{FF2B5EF4-FFF2-40B4-BE49-F238E27FC236}">
                <a16:creationId xmlns:a16="http://schemas.microsoft.com/office/drawing/2014/main" id="{E9BD0CC0-F336-E128-4302-9F80C4CBBAA6}"/>
              </a:ext>
            </a:extLst>
          </p:cNvPr>
          <p:cNvSpPr txBox="1"/>
          <p:nvPr/>
        </p:nvSpPr>
        <p:spPr>
          <a:xfrm>
            <a:off x="8864600" y="3073400"/>
            <a:ext cx="16510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decisive triage rows</a:t>
            </a:r>
            <a:endParaRPr lang="zh-CN" altLang="en-US" sz="960" b="1">
              <a:solidFill>
                <a:srgbClr val="4A5B78"/>
              </a:solidFill>
              <a:latin typeface="Aptos" panose="020B0004020202020204" pitchFamily="34" charset="0"/>
            </a:endParaRPr>
          </a:p>
        </p:txBody>
      </p:sp>
      <p:cxnSp>
        <p:nvCxnSpPr>
          <p:cNvPr id="28" name="right-rule">
            <a:extLst>
              <a:ext uri="{FF2B5EF4-FFF2-40B4-BE49-F238E27FC236}">
                <a16:creationId xmlns:a16="http://schemas.microsoft.com/office/drawing/2014/main" id="{8280B53B-5902-4FD0-6608-66E401EFE9DF}"/>
              </a:ext>
            </a:extLst>
          </p:cNvPr>
          <p:cNvCxnSpPr/>
          <p:nvPr/>
        </p:nvCxnSpPr>
        <p:spPr>
          <a:xfrm>
            <a:off x="68580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29" name="right-a">
            <a:extLst>
              <a:ext uri="{FF2B5EF4-FFF2-40B4-BE49-F238E27FC236}">
                <a16:creationId xmlns:a16="http://schemas.microsoft.com/office/drawing/2014/main" id="{88ECD8F6-2724-899C-B3C0-E36CFFCD1F3A}"/>
              </a:ext>
            </a:extLst>
          </p:cNvPr>
          <p:cNvSpPr txBox="1"/>
          <p:nvPr/>
        </p:nvSpPr>
        <p:spPr>
          <a:xfrm>
            <a:off x="68580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30" name="right-at">
            <a:extLst>
              <a:ext uri="{FF2B5EF4-FFF2-40B4-BE49-F238E27FC236}">
                <a16:creationId xmlns:a16="http://schemas.microsoft.com/office/drawing/2014/main" id="{2550CA58-7A4B-4840-4092-BCF94D0B4BE7}"/>
              </a:ext>
            </a:extLst>
          </p:cNvPr>
          <p:cNvSpPr txBox="1"/>
          <p:nvPr/>
        </p:nvSpPr>
        <p:spPr>
          <a:xfrm>
            <a:off x="77724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selective risk triage</a:t>
            </a:r>
            <a:endParaRPr lang="zh-CN" altLang="en-US" sz="810">
              <a:solidFill>
                <a:srgbClr val="071A3D"/>
              </a:solidFill>
              <a:latin typeface="Aptos" panose="020B0004020202020204" pitchFamily="34" charset="0"/>
            </a:endParaRPr>
          </a:p>
        </p:txBody>
      </p:sp>
      <p:sp>
        <p:nvSpPr>
          <p:cNvPr id="31" name="right-b">
            <a:extLst>
              <a:ext uri="{FF2B5EF4-FFF2-40B4-BE49-F238E27FC236}">
                <a16:creationId xmlns:a16="http://schemas.microsoft.com/office/drawing/2014/main" id="{09E59C35-D0D7-2270-68CB-7EAF3CAD1BFF}"/>
              </a:ext>
            </a:extLst>
          </p:cNvPr>
          <p:cNvSpPr txBox="1"/>
          <p:nvPr/>
        </p:nvSpPr>
        <p:spPr>
          <a:xfrm>
            <a:off x="68580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32" name="right-bt">
            <a:extLst>
              <a:ext uri="{FF2B5EF4-FFF2-40B4-BE49-F238E27FC236}">
                <a16:creationId xmlns:a16="http://schemas.microsoft.com/office/drawing/2014/main" id="{86CFFF6E-ADA3-F4AC-0AFA-2958034BC59A}"/>
              </a:ext>
            </a:extLst>
          </p:cNvPr>
          <p:cNvSpPr txBox="1"/>
          <p:nvPr/>
        </p:nvSpPr>
        <p:spPr>
          <a:xfrm>
            <a:off x="77724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general safety certificate</a:t>
            </a:r>
            <a:endParaRPr lang="zh-CN" altLang="en-US" sz="810">
              <a:solidFill>
                <a:srgbClr val="071A3D"/>
              </a:solidFill>
              <a:latin typeface="Aptos" panose="020B0004020202020204" pitchFamily="34" charset="0"/>
            </a:endParaRPr>
          </a:p>
        </p:txBody>
      </p:sp>
      <p:sp>
        <p:nvSpPr>
          <p:cNvPr id="33" name="rule">
            <a:extLst>
              <a:ext uri="{FF2B5EF4-FFF2-40B4-BE49-F238E27FC236}">
                <a16:creationId xmlns:a16="http://schemas.microsoft.com/office/drawing/2014/main" id="{CA644623-E635-4250-C6D0-6215314C7183}"/>
              </a:ext>
            </a:extLst>
          </p:cNvPr>
          <p:cNvSpPr/>
          <p:nvPr/>
        </p:nvSpPr>
        <p:spPr>
          <a:xfrm>
            <a:off x="2108200" y="5511800"/>
            <a:ext cx="7975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ule-t">
            <a:extLst>
              <a:ext uri="{FF2B5EF4-FFF2-40B4-BE49-F238E27FC236}">
                <a16:creationId xmlns:a16="http://schemas.microsoft.com/office/drawing/2014/main" id="{30268024-1900-A169-320F-08CD4CBAAD7C}"/>
              </a:ext>
            </a:extLst>
          </p:cNvPr>
          <p:cNvSpPr txBox="1"/>
          <p:nvPr/>
        </p:nvSpPr>
        <p:spPr>
          <a:xfrm>
            <a:off x="2489200" y="5638800"/>
            <a:ext cx="72136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A narrow claim with clear controls is better than a broad claim without evidence.</a:t>
            </a:r>
            <a:endParaRPr lang="zh-CN" altLang="en-US" sz="820" b="1">
              <a:solidFill>
                <a:srgbClr val="071A3D"/>
              </a:solidFill>
              <a:latin typeface="Aptos" panose="020B0004020202020204" pitchFamily="34" charset="0"/>
            </a:endParaRPr>
          </a:p>
        </p:txBody>
      </p:sp>
      <p:sp>
        <p:nvSpPr>
          <p:cNvPr id="35" name="footer-hit-8">
            <a:hlinkClick r:id="rId4"/>
            <a:extLst>
              <a:ext uri="{FF2B5EF4-FFF2-40B4-BE49-F238E27FC236}">
                <a16:creationId xmlns:a16="http://schemas.microsoft.com/office/drawing/2014/main" id="{968345CF-3825-A4D6-3664-8793AB2097F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2039160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9" grpId="0"/>
      <p:bldP spid="20" grpId="0"/>
      <p:bldP spid="21" grpId="0"/>
      <p:bldP spid="22" grpId="0"/>
      <p:bldP spid="23" grpId="0" animBg="1"/>
      <p:bldP spid="24" grpId="0" animBg="1"/>
      <p:bldP spid="25" grpId="0"/>
      <p:bldP spid="26" grpId="0"/>
      <p:bldP spid="27" grpId="0"/>
      <p:bldP spid="29" grpId="0"/>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8053632-5A7F-271D-2D36-21F7C6B7D04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B45829E-FDBD-8AF2-7053-ADC33E52594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D8098516-D901-815B-9FA7-B6BE5DACD5E9}"/>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4B15A5E9-5B4D-7810-6CF3-136D4EED835C}"/>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1</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E51D9B7-127B-72AB-E5F5-A62D040C43D2}"/>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09</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5B28F749-4584-E1AD-0AC6-4BCA64AA4EDF}"/>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86D57F2-DD79-CC3E-9F73-057259AA3F4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1B0C7BA2-C900-B238-9091-552BAB3DE8B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57E51B9C-A0BE-496F-D295-520465982083}"/>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demo shows inspectability, not a new experiment.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FD183CB0-20E7-BB2C-1D79-79290C09E2F4}"/>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route is fixed: project page -&gt; repository -&gt; claim boundary -&gt; manifest -&gt; evidence file.</a:t>
            </a:r>
            <a:endParaRPr lang="zh-CN" altLang="en-US" sz="930">
              <a:solidFill>
                <a:srgbClr val="4A5B78"/>
              </a:solidFill>
              <a:latin typeface="Aptos" panose="020B0004020202020204" pitchFamily="34" charset="0"/>
            </a:endParaRPr>
          </a:p>
        </p:txBody>
      </p:sp>
      <p:sp>
        <p:nvSpPr>
          <p:cNvPr id="13" name="shot-frame">
            <a:extLst>
              <a:ext uri="{FF2B5EF4-FFF2-40B4-BE49-F238E27FC236}">
                <a16:creationId xmlns:a16="http://schemas.microsoft.com/office/drawing/2014/main" id="{E0CCDAF2-8F1C-0D34-182C-44A8E0A2808C}"/>
              </a:ext>
            </a:extLst>
          </p:cNvPr>
          <p:cNvSpPr/>
          <p:nvPr/>
        </p:nvSpPr>
        <p:spPr>
          <a:xfrm>
            <a:off x="736600" y="1981200"/>
            <a:ext cx="7416800" cy="3251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project-page">
            <a:extLst>
              <a:ext uri="{FF2B5EF4-FFF2-40B4-BE49-F238E27FC236}">
                <a16:creationId xmlns:a16="http://schemas.microsoft.com/office/drawing/2014/main" id="{78EE54E9-CD40-3710-7354-597E3866561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684834" y="2209800"/>
            <a:ext cx="5520333" cy="2514600"/>
          </a:xfrm>
          <a:prstGeom prst="rect">
            <a:avLst/>
          </a:prstGeom>
          <a:ln w="10160">
            <a:solidFill>
              <a:srgbClr val="1F3756"/>
            </a:solidFill>
          </a:ln>
        </p:spPr>
      </p:pic>
      <p:sp>
        <p:nvSpPr>
          <p:cNvPr id="16" name="demo-under">
            <a:extLst>
              <a:ext uri="{FF2B5EF4-FFF2-40B4-BE49-F238E27FC236}">
                <a16:creationId xmlns:a16="http://schemas.microsoft.com/office/drawing/2014/main" id="{4E9D2767-B53F-DFA1-D3F6-1F5D64CE9399}"/>
              </a:ext>
            </a:extLst>
          </p:cNvPr>
          <p:cNvSpPr/>
          <p:nvPr/>
        </p:nvSpPr>
        <p:spPr>
          <a:xfrm>
            <a:off x="965200" y="4851400"/>
            <a:ext cx="6959600" cy="279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mo-under-t">
            <a:extLst>
              <a:ext uri="{FF2B5EF4-FFF2-40B4-BE49-F238E27FC236}">
                <a16:creationId xmlns:a16="http://schemas.microsoft.com/office/drawing/2014/main" id="{7B92231C-8468-CB5F-9AF6-273F707E2505}"/>
              </a:ext>
            </a:extLst>
          </p:cNvPr>
          <p:cNvSpPr txBox="1"/>
          <p:nvPr/>
        </p:nvSpPr>
        <p:spPr>
          <a:xfrm>
            <a:off x="1244600" y="4940300"/>
            <a:ext cx="4572000" cy="276999"/>
          </a:xfrm>
          <a:prstGeom prst="rect">
            <a:avLst/>
          </a:prstGeom>
          <a:noFill/>
        </p:spPr>
        <p:txBody>
          <a:bodyPr vert="horz" wrap="square" lIns="0" tIns="0" rIns="0" bIns="0" rtlCol="0">
            <a:noAutofit/>
          </a:bodyPr>
          <a:lstStyle/>
          <a:p>
            <a:r>
              <a:rPr lang="en-US" altLang="zh-CN" sz="680" b="1">
                <a:solidFill>
                  <a:srgbClr val="FFFFFF"/>
                </a:solidFill>
                <a:latin typeface="Aptos" panose="020B0004020202020204" pitchFamily="34" charset="0"/>
              </a:rPr>
              <a:t>inspectable route, not a live rerun</a:t>
            </a:r>
            <a:endParaRPr lang="zh-CN" altLang="en-US" sz="680" b="1">
              <a:solidFill>
                <a:srgbClr val="FFFFFF"/>
              </a:solidFill>
              <a:latin typeface="Aptos" panose="020B0004020202020204" pitchFamily="34" charset="0"/>
            </a:endParaRPr>
          </a:p>
        </p:txBody>
      </p:sp>
      <p:sp>
        <p:nvSpPr>
          <p:cNvPr id="18" name="demo-page-link">
            <a:hlinkClick r:id="rId5"/>
            <a:extLst>
              <a:ext uri="{FF2B5EF4-FFF2-40B4-BE49-F238E27FC236}">
                <a16:creationId xmlns:a16="http://schemas.microsoft.com/office/drawing/2014/main" id="{0AEC3451-A549-2ECF-189B-34A50F4E4781}"/>
              </a:ext>
            </a:extLst>
          </p:cNvPr>
          <p:cNvSpPr/>
          <p:nvPr/>
        </p:nvSpPr>
        <p:spPr>
          <a:xfrm>
            <a:off x="6248400" y="4851400"/>
            <a:ext cx="1397000" cy="279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page</a:t>
            </a:r>
            <a:endParaRPr lang="zh-CN" altLang="en-US" sz="760" b="1">
              <a:solidFill>
                <a:srgbClr val="003B7A"/>
              </a:solidFill>
              <a:latin typeface="Aptos" panose="020B0004020202020204" pitchFamily="34" charset="0"/>
            </a:endParaRPr>
          </a:p>
        </p:txBody>
      </p:sp>
      <p:sp>
        <p:nvSpPr>
          <p:cNvPr id="19" name="route">
            <a:extLst>
              <a:ext uri="{FF2B5EF4-FFF2-40B4-BE49-F238E27FC236}">
                <a16:creationId xmlns:a16="http://schemas.microsoft.com/office/drawing/2014/main" id="{1DB224EB-416E-1ABD-F5BD-2A32F2678CF8}"/>
              </a:ext>
            </a:extLst>
          </p:cNvPr>
          <p:cNvSpPr/>
          <p:nvPr/>
        </p:nvSpPr>
        <p:spPr>
          <a:xfrm>
            <a:off x="8763000" y="1981200"/>
            <a:ext cx="2667000" cy="3251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ute-k">
            <a:extLst>
              <a:ext uri="{FF2B5EF4-FFF2-40B4-BE49-F238E27FC236}">
                <a16:creationId xmlns:a16="http://schemas.microsoft.com/office/drawing/2014/main" id="{7048F40B-0E28-3BBF-03F0-45D5173C46C7}"/>
              </a:ext>
            </a:extLst>
          </p:cNvPr>
          <p:cNvSpPr txBox="1"/>
          <p:nvPr/>
        </p:nvSpPr>
        <p:spPr>
          <a:xfrm>
            <a:off x="9118600" y="2260600"/>
            <a:ext cx="16002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walkthrough route</a:t>
            </a:r>
            <a:endParaRPr lang="zh-CN" altLang="en-US" sz="770" b="1">
              <a:solidFill>
                <a:srgbClr val="CDE2FA"/>
              </a:solidFill>
              <a:latin typeface="Aptos" panose="020B0004020202020204" pitchFamily="34" charset="0"/>
            </a:endParaRPr>
          </a:p>
        </p:txBody>
      </p:sp>
      <p:sp>
        <p:nvSpPr>
          <p:cNvPr id="21" name="rnum-0">
            <a:extLst>
              <a:ext uri="{FF2B5EF4-FFF2-40B4-BE49-F238E27FC236}">
                <a16:creationId xmlns:a16="http://schemas.microsoft.com/office/drawing/2014/main" id="{CCA43D60-E72B-959C-BFE1-D085ECEBFFF3}"/>
              </a:ext>
            </a:extLst>
          </p:cNvPr>
          <p:cNvSpPr/>
          <p:nvPr/>
        </p:nvSpPr>
        <p:spPr>
          <a:xfrm>
            <a:off x="9118600" y="2717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rnumt-0">
            <a:extLst>
              <a:ext uri="{FF2B5EF4-FFF2-40B4-BE49-F238E27FC236}">
                <a16:creationId xmlns:a16="http://schemas.microsoft.com/office/drawing/2014/main" id="{2CAE5589-FA6F-969F-E7D8-EA9B0244D706}"/>
              </a:ext>
            </a:extLst>
          </p:cNvPr>
          <p:cNvSpPr txBox="1"/>
          <p:nvPr/>
        </p:nvSpPr>
        <p:spPr>
          <a:xfrm>
            <a:off x="9207500" y="2781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1</a:t>
            </a:r>
            <a:endParaRPr lang="zh-CN" altLang="en-US" sz="700" b="1">
              <a:solidFill>
                <a:srgbClr val="003B7A"/>
              </a:solidFill>
              <a:latin typeface="Aptos" panose="020B0004020202020204" pitchFamily="34" charset="0"/>
            </a:endParaRPr>
          </a:p>
        </p:txBody>
      </p:sp>
      <p:sp>
        <p:nvSpPr>
          <p:cNvPr id="23" name="rt-0">
            <a:extLst>
              <a:ext uri="{FF2B5EF4-FFF2-40B4-BE49-F238E27FC236}">
                <a16:creationId xmlns:a16="http://schemas.microsoft.com/office/drawing/2014/main" id="{30725FF0-7665-640A-6E3B-8521E5802C19}"/>
              </a:ext>
            </a:extLst>
          </p:cNvPr>
          <p:cNvSpPr txBox="1"/>
          <p:nvPr/>
        </p:nvSpPr>
        <p:spPr>
          <a:xfrm>
            <a:off x="9575800" y="2768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Project page</a:t>
            </a:r>
            <a:endParaRPr lang="zh-CN" altLang="en-US" sz="810" b="1">
              <a:solidFill>
                <a:srgbClr val="FFFFFF"/>
              </a:solidFill>
              <a:latin typeface="Aptos" panose="020B0004020202020204" pitchFamily="34" charset="0"/>
            </a:endParaRPr>
          </a:p>
        </p:txBody>
      </p:sp>
      <p:sp>
        <p:nvSpPr>
          <p:cNvPr id="24" name="rnum-1">
            <a:extLst>
              <a:ext uri="{FF2B5EF4-FFF2-40B4-BE49-F238E27FC236}">
                <a16:creationId xmlns:a16="http://schemas.microsoft.com/office/drawing/2014/main" id="{9602AFCD-35B3-06F0-B419-58C516F5B342}"/>
              </a:ext>
            </a:extLst>
          </p:cNvPr>
          <p:cNvSpPr/>
          <p:nvPr/>
        </p:nvSpPr>
        <p:spPr>
          <a:xfrm>
            <a:off x="9118600" y="3162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numt-1">
            <a:extLst>
              <a:ext uri="{FF2B5EF4-FFF2-40B4-BE49-F238E27FC236}">
                <a16:creationId xmlns:a16="http://schemas.microsoft.com/office/drawing/2014/main" id="{FCD5D70B-618B-3376-A856-6AF723467069}"/>
              </a:ext>
            </a:extLst>
          </p:cNvPr>
          <p:cNvSpPr txBox="1"/>
          <p:nvPr/>
        </p:nvSpPr>
        <p:spPr>
          <a:xfrm>
            <a:off x="9207500" y="3225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2</a:t>
            </a:r>
            <a:endParaRPr lang="zh-CN" altLang="en-US" sz="700" b="1">
              <a:solidFill>
                <a:srgbClr val="003B7A"/>
              </a:solidFill>
              <a:latin typeface="Aptos" panose="020B0004020202020204" pitchFamily="34" charset="0"/>
            </a:endParaRPr>
          </a:p>
        </p:txBody>
      </p:sp>
      <p:sp>
        <p:nvSpPr>
          <p:cNvPr id="26" name="rt-1">
            <a:extLst>
              <a:ext uri="{FF2B5EF4-FFF2-40B4-BE49-F238E27FC236}">
                <a16:creationId xmlns:a16="http://schemas.microsoft.com/office/drawing/2014/main" id="{7D2F63CB-BE6B-D353-B482-ABF9F18F3E70}"/>
              </a:ext>
            </a:extLst>
          </p:cNvPr>
          <p:cNvSpPr txBox="1"/>
          <p:nvPr/>
        </p:nvSpPr>
        <p:spPr>
          <a:xfrm>
            <a:off x="9575800" y="3213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Claim boundary</a:t>
            </a:r>
            <a:endParaRPr lang="zh-CN" altLang="en-US" sz="810" b="1">
              <a:solidFill>
                <a:srgbClr val="FFFFFF"/>
              </a:solidFill>
              <a:latin typeface="Aptos" panose="020B0004020202020204" pitchFamily="34" charset="0"/>
            </a:endParaRPr>
          </a:p>
        </p:txBody>
      </p:sp>
      <p:sp>
        <p:nvSpPr>
          <p:cNvPr id="27" name="rnum-2">
            <a:extLst>
              <a:ext uri="{FF2B5EF4-FFF2-40B4-BE49-F238E27FC236}">
                <a16:creationId xmlns:a16="http://schemas.microsoft.com/office/drawing/2014/main" id="{1EEA822D-A3C9-87FF-E717-1440056E974B}"/>
              </a:ext>
            </a:extLst>
          </p:cNvPr>
          <p:cNvSpPr/>
          <p:nvPr/>
        </p:nvSpPr>
        <p:spPr>
          <a:xfrm>
            <a:off x="9118600" y="3606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numt-2">
            <a:extLst>
              <a:ext uri="{FF2B5EF4-FFF2-40B4-BE49-F238E27FC236}">
                <a16:creationId xmlns:a16="http://schemas.microsoft.com/office/drawing/2014/main" id="{462BB358-EDDD-C611-103C-1D8971BF4839}"/>
              </a:ext>
            </a:extLst>
          </p:cNvPr>
          <p:cNvSpPr txBox="1"/>
          <p:nvPr/>
        </p:nvSpPr>
        <p:spPr>
          <a:xfrm>
            <a:off x="9207500" y="3670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3</a:t>
            </a:r>
            <a:endParaRPr lang="zh-CN" altLang="en-US" sz="700" b="1">
              <a:solidFill>
                <a:srgbClr val="003B7A"/>
              </a:solidFill>
              <a:latin typeface="Aptos" panose="020B0004020202020204" pitchFamily="34" charset="0"/>
            </a:endParaRPr>
          </a:p>
        </p:txBody>
      </p:sp>
      <p:sp>
        <p:nvSpPr>
          <p:cNvPr id="29" name="rt-2">
            <a:extLst>
              <a:ext uri="{FF2B5EF4-FFF2-40B4-BE49-F238E27FC236}">
                <a16:creationId xmlns:a16="http://schemas.microsoft.com/office/drawing/2014/main" id="{E91D26B0-12B8-75F4-01B2-E0AE2E73E667}"/>
              </a:ext>
            </a:extLst>
          </p:cNvPr>
          <p:cNvSpPr txBox="1"/>
          <p:nvPr/>
        </p:nvSpPr>
        <p:spPr>
          <a:xfrm>
            <a:off x="9575800" y="3657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Traceability matrix</a:t>
            </a:r>
            <a:endParaRPr lang="zh-CN" altLang="en-US" sz="810" b="1">
              <a:solidFill>
                <a:srgbClr val="FFFFFF"/>
              </a:solidFill>
              <a:latin typeface="Aptos" panose="020B0004020202020204" pitchFamily="34" charset="0"/>
            </a:endParaRPr>
          </a:p>
        </p:txBody>
      </p:sp>
      <p:sp>
        <p:nvSpPr>
          <p:cNvPr id="30" name="rnum-3">
            <a:extLst>
              <a:ext uri="{FF2B5EF4-FFF2-40B4-BE49-F238E27FC236}">
                <a16:creationId xmlns:a16="http://schemas.microsoft.com/office/drawing/2014/main" id="{5183B687-9E3D-48FA-E594-7145ACAEA905}"/>
              </a:ext>
            </a:extLst>
          </p:cNvPr>
          <p:cNvSpPr/>
          <p:nvPr/>
        </p:nvSpPr>
        <p:spPr>
          <a:xfrm>
            <a:off x="9118600" y="4051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numt-3">
            <a:extLst>
              <a:ext uri="{FF2B5EF4-FFF2-40B4-BE49-F238E27FC236}">
                <a16:creationId xmlns:a16="http://schemas.microsoft.com/office/drawing/2014/main" id="{C275E1A2-3657-2151-7403-05E2D5185131}"/>
              </a:ext>
            </a:extLst>
          </p:cNvPr>
          <p:cNvSpPr txBox="1"/>
          <p:nvPr/>
        </p:nvSpPr>
        <p:spPr>
          <a:xfrm>
            <a:off x="9207500" y="4114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4</a:t>
            </a:r>
            <a:endParaRPr lang="zh-CN" altLang="en-US" sz="700" b="1">
              <a:solidFill>
                <a:srgbClr val="003B7A"/>
              </a:solidFill>
              <a:latin typeface="Aptos" panose="020B0004020202020204" pitchFamily="34" charset="0"/>
            </a:endParaRPr>
          </a:p>
        </p:txBody>
      </p:sp>
      <p:sp>
        <p:nvSpPr>
          <p:cNvPr id="32" name="rt-3">
            <a:extLst>
              <a:ext uri="{FF2B5EF4-FFF2-40B4-BE49-F238E27FC236}">
                <a16:creationId xmlns:a16="http://schemas.microsoft.com/office/drawing/2014/main" id="{3C7EDC5B-60F4-881D-473C-14D92C55D500}"/>
              </a:ext>
            </a:extLst>
          </p:cNvPr>
          <p:cNvSpPr txBox="1"/>
          <p:nvPr/>
        </p:nvSpPr>
        <p:spPr>
          <a:xfrm>
            <a:off x="9575800" y="4102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Result manifest</a:t>
            </a:r>
            <a:endParaRPr lang="zh-CN" altLang="en-US" sz="810" b="1">
              <a:solidFill>
                <a:srgbClr val="FFFFFF"/>
              </a:solidFill>
              <a:latin typeface="Aptos" panose="020B0004020202020204" pitchFamily="34" charset="0"/>
            </a:endParaRPr>
          </a:p>
        </p:txBody>
      </p:sp>
      <p:sp>
        <p:nvSpPr>
          <p:cNvPr id="33" name="rnum-4">
            <a:extLst>
              <a:ext uri="{FF2B5EF4-FFF2-40B4-BE49-F238E27FC236}">
                <a16:creationId xmlns:a16="http://schemas.microsoft.com/office/drawing/2014/main" id="{747699DC-D2DC-0A4F-6329-5F020DF49C47}"/>
              </a:ext>
            </a:extLst>
          </p:cNvPr>
          <p:cNvSpPr/>
          <p:nvPr/>
        </p:nvSpPr>
        <p:spPr>
          <a:xfrm>
            <a:off x="9118600" y="4495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numt-4">
            <a:extLst>
              <a:ext uri="{FF2B5EF4-FFF2-40B4-BE49-F238E27FC236}">
                <a16:creationId xmlns:a16="http://schemas.microsoft.com/office/drawing/2014/main" id="{D785A103-1D1A-39E8-E47E-8F14FFECC3D3}"/>
              </a:ext>
            </a:extLst>
          </p:cNvPr>
          <p:cNvSpPr txBox="1"/>
          <p:nvPr/>
        </p:nvSpPr>
        <p:spPr>
          <a:xfrm>
            <a:off x="9207500" y="4559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5</a:t>
            </a:r>
            <a:endParaRPr lang="zh-CN" altLang="en-US" sz="700" b="1">
              <a:solidFill>
                <a:srgbClr val="003B7A"/>
              </a:solidFill>
              <a:latin typeface="Aptos" panose="020B0004020202020204" pitchFamily="34" charset="0"/>
            </a:endParaRPr>
          </a:p>
        </p:txBody>
      </p:sp>
      <p:sp>
        <p:nvSpPr>
          <p:cNvPr id="35" name="rt-4">
            <a:extLst>
              <a:ext uri="{FF2B5EF4-FFF2-40B4-BE49-F238E27FC236}">
                <a16:creationId xmlns:a16="http://schemas.microsoft.com/office/drawing/2014/main" id="{A71E1951-23CF-0DD1-F6C5-9F7EA1093FB7}"/>
              </a:ext>
            </a:extLst>
          </p:cNvPr>
          <p:cNvSpPr txBox="1"/>
          <p:nvPr/>
        </p:nvSpPr>
        <p:spPr>
          <a:xfrm>
            <a:off x="9575800" y="4546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Evidence folder</a:t>
            </a:r>
            <a:endParaRPr lang="zh-CN" altLang="en-US" sz="810" b="1">
              <a:solidFill>
                <a:srgbClr val="FFFFFF"/>
              </a:solidFill>
              <a:latin typeface="Aptos" panose="020B0004020202020204" pitchFamily="34" charset="0"/>
            </a:endParaRPr>
          </a:p>
        </p:txBody>
      </p:sp>
      <p:sp>
        <p:nvSpPr>
          <p:cNvPr id="36" name="footer-hit-9">
            <a:hlinkClick r:id="rId5"/>
            <a:extLst>
              <a:ext uri="{FF2B5EF4-FFF2-40B4-BE49-F238E27FC236}">
                <a16:creationId xmlns:a16="http://schemas.microsoft.com/office/drawing/2014/main" id="{8CE7516E-3035-08A9-12BB-32E3837B0E5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4318976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160"/>
                                        <p:tgtEl>
                                          <p:spTgt spid="19"/>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160"/>
                                        <p:tgtEl>
                                          <p:spTgt spid="20"/>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160"/>
                                        <p:tgtEl>
                                          <p:spTgt spid="21"/>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160"/>
                                        <p:tgtEl>
                                          <p:spTgt spid="22"/>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160"/>
                                        <p:tgtEl>
                                          <p:spTgt spid="23"/>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160"/>
                                        <p:tgtEl>
                                          <p:spTgt spid="24"/>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160"/>
                                        <p:tgtEl>
                                          <p:spTgt spid="25"/>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160"/>
                                        <p:tgtEl>
                                          <p:spTgt spid="26"/>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160"/>
                                        <p:tgtEl>
                                          <p:spTgt spid="27"/>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160"/>
                                        <p:tgtEl>
                                          <p:spTgt spid="28"/>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160"/>
                                        <p:tgtEl>
                                          <p:spTgt spid="29"/>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60"/>
                                        <p:tgtEl>
                                          <p:spTgt spid="30"/>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160"/>
                                        <p:tgtEl>
                                          <p:spTgt spid="31"/>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160"/>
                                        <p:tgtEl>
                                          <p:spTgt spid="32"/>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160"/>
                                        <p:tgtEl>
                                          <p:spTgt spid="33"/>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160"/>
                                        <p:tgtEl>
                                          <p:spTgt spid="34"/>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16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9" grpId="0" animBg="1"/>
      <p:bldP spid="20" grpId="0"/>
      <p:bldP spid="21" grpId="0" animBg="1"/>
      <p:bldP spid="22" grpId="0"/>
      <p:bldP spid="23" grpId="0"/>
      <p:bldP spid="24" grpId="0" animBg="1"/>
      <p:bldP spid="25" grpId="0"/>
      <p:bldP spid="26" grpId="0"/>
      <p:bldP spid="27" grpId="0" animBg="1"/>
      <p:bldP spid="28" grpId="0"/>
      <p:bldP spid="29" grpId="0"/>
      <p:bldP spid="30" grpId="0" animBg="1"/>
      <p:bldP spid="31" grpId="0"/>
      <p:bldP spid="32" grpId="0"/>
      <p:bldP spid="33" grpId="0" animBg="1"/>
      <p:bldP spid="34" grpId="0"/>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3D531E20-9A13-0618-480E-13F20960ACF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C64DFDA5-7D72-655C-CE6F-A4251AF6327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6A30022B-E831-8120-FF3D-8B5C0FF56960}"/>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9105AF73-F3C7-564C-C3F6-14B65A624AB5}"/>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2</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05815298-0B28-309A-5235-3779BD55BD0A}"/>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10</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D14EB6EC-5270-AE19-BBA7-5E17CB2B9D1B}"/>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D85212C-F9B7-0F33-08B4-C59A36948C2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3C74E7F6-DF06-469C-12EB-B96ACCBB5F9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8E7A00CA-E26E-8470-47EE-3A4BEB848CE7}"/>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local check verifies repository consistency only.</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E42E4DC4-2C7A-9972-3CB9-2A7FA3CD87C4}"/>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is a viva-time integrity check; full experiment reruns need external compute/API resources.</a:t>
            </a:r>
            <a:endParaRPr lang="zh-CN" altLang="en-US" sz="930">
              <a:solidFill>
                <a:srgbClr val="4A5B78"/>
              </a:solidFill>
              <a:latin typeface="Aptos" panose="020B0004020202020204" pitchFamily="34" charset="0"/>
            </a:endParaRPr>
          </a:p>
        </p:txBody>
      </p:sp>
      <p:sp>
        <p:nvSpPr>
          <p:cNvPr id="13" name="term">
            <a:extLst>
              <a:ext uri="{FF2B5EF4-FFF2-40B4-BE49-F238E27FC236}">
                <a16:creationId xmlns:a16="http://schemas.microsoft.com/office/drawing/2014/main" id="{94012F2B-7404-22AF-8D6A-ED949A1B89C5}"/>
              </a:ext>
            </a:extLst>
          </p:cNvPr>
          <p:cNvSpPr/>
          <p:nvPr/>
        </p:nvSpPr>
        <p:spPr>
          <a:xfrm>
            <a:off x="889000" y="1905000"/>
            <a:ext cx="6858000" cy="2997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k">
            <a:extLst>
              <a:ext uri="{FF2B5EF4-FFF2-40B4-BE49-F238E27FC236}">
                <a16:creationId xmlns:a16="http://schemas.microsoft.com/office/drawing/2014/main" id="{99D7C5BA-7625-DA91-480A-AE15542B500A}"/>
              </a:ext>
            </a:extLst>
          </p:cNvPr>
          <p:cNvSpPr txBox="1"/>
          <p:nvPr/>
        </p:nvSpPr>
        <p:spPr>
          <a:xfrm>
            <a:off x="1219200" y="2209800"/>
            <a:ext cx="2286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repository root</a:t>
            </a:r>
            <a:endParaRPr lang="zh-CN" altLang="en-US" sz="780" b="1">
              <a:solidFill>
                <a:srgbClr val="A5C6EB"/>
              </a:solidFill>
              <a:latin typeface="Aptos" panose="020B0004020202020204" pitchFamily="34" charset="0"/>
            </a:endParaRPr>
          </a:p>
        </p:txBody>
      </p:sp>
      <p:cxnSp>
        <p:nvCxnSpPr>
          <p:cNvPr id="15" name="term-line">
            <a:extLst>
              <a:ext uri="{FF2B5EF4-FFF2-40B4-BE49-F238E27FC236}">
                <a16:creationId xmlns:a16="http://schemas.microsoft.com/office/drawing/2014/main" id="{00AD1A2A-1578-24CD-B0FF-186467B1A4A2}"/>
              </a:ext>
            </a:extLst>
          </p:cNvPr>
          <p:cNvCxnSpPr/>
          <p:nvPr/>
        </p:nvCxnSpPr>
        <p:spPr>
          <a:xfrm>
            <a:off x="1219200" y="2527300"/>
            <a:ext cx="60706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6" name="term-t">
            <a:extLst>
              <a:ext uri="{FF2B5EF4-FFF2-40B4-BE49-F238E27FC236}">
                <a16:creationId xmlns:a16="http://schemas.microsoft.com/office/drawing/2014/main" id="{DF5C994F-CDFB-6DA2-1709-85159D78076B}"/>
              </a:ext>
            </a:extLst>
          </p:cNvPr>
          <p:cNvSpPr txBox="1"/>
          <p:nvPr/>
        </p:nvSpPr>
        <p:spPr>
          <a:xfrm>
            <a:off x="1219200" y="2844800"/>
            <a:ext cx="5461000" cy="276999"/>
          </a:xfrm>
          <a:prstGeom prst="rect">
            <a:avLst/>
          </a:prstGeom>
          <a:noFill/>
        </p:spPr>
        <p:txBody>
          <a:bodyPr vert="horz" wrap="square" lIns="0" tIns="0" rIns="0" bIns="0" rtlCol="0">
            <a:noAutofit/>
          </a:bodyPr>
          <a:lstStyle/>
          <a:p>
            <a:r>
              <a:rPr lang="en-US" altLang="zh-CN" sz="1320">
                <a:solidFill>
                  <a:srgbClr val="FFFFFF"/>
                </a:solidFill>
                <a:latin typeface="Consolas" panose="020B0609020204030204" pitchFamily="49" charset="0"/>
              </a:rPr>
              <a:t>python scripts/examiner_check.py
[OK] documents present
[OK] manifest readable
[OK] claim links resolved
[OK] artifact paths checked</a:t>
            </a:r>
            <a:endParaRPr lang="zh-CN" altLang="en-US" sz="1320">
              <a:solidFill>
                <a:srgbClr val="FFFFFF"/>
              </a:solidFill>
              <a:latin typeface="Consolas" panose="020B0609020204030204" pitchFamily="49" charset="0"/>
            </a:endParaRPr>
          </a:p>
        </p:txBody>
      </p:sp>
      <p:sp>
        <p:nvSpPr>
          <p:cNvPr id="17" name="ck-0">
            <a:extLst>
              <a:ext uri="{FF2B5EF4-FFF2-40B4-BE49-F238E27FC236}">
                <a16:creationId xmlns:a16="http://schemas.microsoft.com/office/drawing/2014/main" id="{33E02C01-FF3F-8D1B-ECE2-8F451FA9E292}"/>
              </a:ext>
            </a:extLst>
          </p:cNvPr>
          <p:cNvSpPr/>
          <p:nvPr/>
        </p:nvSpPr>
        <p:spPr>
          <a:xfrm>
            <a:off x="8382000" y="2006600"/>
            <a:ext cx="2768600" cy="685800"/>
          </a:xfrm>
          <a:prstGeom prst="rect">
            <a:avLst/>
          </a:prstGeom>
          <a:solidFill>
            <a:srgbClr val="E8F7F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k-t-0">
            <a:extLst>
              <a:ext uri="{FF2B5EF4-FFF2-40B4-BE49-F238E27FC236}">
                <a16:creationId xmlns:a16="http://schemas.microsoft.com/office/drawing/2014/main" id="{E1B48A1C-B831-B039-AD76-A2C983045EAA}"/>
              </a:ext>
            </a:extLst>
          </p:cNvPr>
          <p:cNvSpPr txBox="1"/>
          <p:nvPr/>
        </p:nvSpPr>
        <p:spPr>
          <a:xfrm>
            <a:off x="8712200" y="2146300"/>
            <a:ext cx="1625600" cy="276999"/>
          </a:xfrm>
          <a:prstGeom prst="rect">
            <a:avLst/>
          </a:prstGeom>
          <a:noFill/>
        </p:spPr>
        <p:txBody>
          <a:bodyPr vert="horz" wrap="square" lIns="0" tIns="0" rIns="0" bIns="0" rtlCol="0">
            <a:noAutofit/>
          </a:bodyPr>
          <a:lstStyle/>
          <a:p>
            <a:r>
              <a:rPr lang="en-US" altLang="zh-CN" sz="830" b="1">
                <a:solidFill>
                  <a:srgbClr val="1F7A4D"/>
                </a:solidFill>
                <a:latin typeface="Aptos" panose="020B0004020202020204" pitchFamily="34" charset="0"/>
              </a:rPr>
              <a:t>Proves</a:t>
            </a:r>
            <a:endParaRPr lang="zh-CN" altLang="en-US" sz="830" b="1">
              <a:solidFill>
                <a:srgbClr val="1F7A4D"/>
              </a:solidFill>
              <a:latin typeface="Aptos" panose="020B0004020202020204" pitchFamily="34" charset="0"/>
            </a:endParaRPr>
          </a:p>
        </p:txBody>
      </p:sp>
      <p:sp>
        <p:nvSpPr>
          <p:cNvPr id="19" name="ck-s-0">
            <a:extLst>
              <a:ext uri="{FF2B5EF4-FFF2-40B4-BE49-F238E27FC236}">
                <a16:creationId xmlns:a16="http://schemas.microsoft.com/office/drawing/2014/main" id="{5559FFA9-F030-8327-6BB9-FAF489EFAF98}"/>
              </a:ext>
            </a:extLst>
          </p:cNvPr>
          <p:cNvSpPr txBox="1"/>
          <p:nvPr/>
        </p:nvSpPr>
        <p:spPr>
          <a:xfrm>
            <a:off x="8712200" y="24003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the submitted claims point to inspectable files and manifests</a:t>
            </a:r>
            <a:endParaRPr lang="zh-CN" altLang="en-US" sz="710">
              <a:solidFill>
                <a:srgbClr val="4A5B78"/>
              </a:solidFill>
              <a:latin typeface="Aptos" panose="020B0004020202020204" pitchFamily="34" charset="0"/>
            </a:endParaRPr>
          </a:p>
        </p:txBody>
      </p:sp>
      <p:sp>
        <p:nvSpPr>
          <p:cNvPr id="20" name="ck-1">
            <a:extLst>
              <a:ext uri="{FF2B5EF4-FFF2-40B4-BE49-F238E27FC236}">
                <a16:creationId xmlns:a16="http://schemas.microsoft.com/office/drawing/2014/main" id="{C8281AFE-16B5-4E4D-16BD-7DB9B107FFC5}"/>
              </a:ext>
            </a:extLst>
          </p:cNvPr>
          <p:cNvSpPr/>
          <p:nvPr/>
        </p:nvSpPr>
        <p:spPr>
          <a:xfrm>
            <a:off x="8382000" y="2971800"/>
            <a:ext cx="2768600" cy="685800"/>
          </a:xfrm>
          <a:prstGeom prst="rect">
            <a:avLst/>
          </a:prstGeom>
          <a:solidFill>
            <a:srgbClr val="FFF7E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k-t-1">
            <a:extLst>
              <a:ext uri="{FF2B5EF4-FFF2-40B4-BE49-F238E27FC236}">
                <a16:creationId xmlns:a16="http://schemas.microsoft.com/office/drawing/2014/main" id="{982F4810-B74A-6179-A181-0461AF96AE4B}"/>
              </a:ext>
            </a:extLst>
          </p:cNvPr>
          <p:cNvSpPr txBox="1"/>
          <p:nvPr/>
        </p:nvSpPr>
        <p:spPr>
          <a:xfrm>
            <a:off x="8712200" y="3111500"/>
            <a:ext cx="1625600" cy="276999"/>
          </a:xfrm>
          <a:prstGeom prst="rect">
            <a:avLst/>
          </a:prstGeom>
          <a:noFill/>
        </p:spPr>
        <p:txBody>
          <a:bodyPr vert="horz" wrap="square" lIns="0" tIns="0" rIns="0" bIns="0" rtlCol="0">
            <a:noAutofit/>
          </a:bodyPr>
          <a:lstStyle/>
          <a:p>
            <a:r>
              <a:rPr lang="en-US" altLang="zh-CN" sz="830" b="1">
                <a:solidFill>
                  <a:srgbClr val="B85C00"/>
                </a:solidFill>
                <a:latin typeface="Aptos" panose="020B0004020202020204" pitchFamily="34" charset="0"/>
              </a:rPr>
              <a:t>Does not prove</a:t>
            </a:r>
            <a:endParaRPr lang="zh-CN" altLang="en-US" sz="830" b="1">
              <a:solidFill>
                <a:srgbClr val="B85C00"/>
              </a:solidFill>
              <a:latin typeface="Aptos" panose="020B0004020202020204" pitchFamily="34" charset="0"/>
            </a:endParaRPr>
          </a:p>
        </p:txBody>
      </p:sp>
      <p:sp>
        <p:nvSpPr>
          <p:cNvPr id="22" name="ck-s-1">
            <a:extLst>
              <a:ext uri="{FF2B5EF4-FFF2-40B4-BE49-F238E27FC236}">
                <a16:creationId xmlns:a16="http://schemas.microsoft.com/office/drawing/2014/main" id="{8C4DB6FA-725D-1E58-8060-D77C19BD4E09}"/>
              </a:ext>
            </a:extLst>
          </p:cNvPr>
          <p:cNvSpPr txBox="1"/>
          <p:nvPr/>
        </p:nvSpPr>
        <p:spPr>
          <a:xfrm>
            <a:off x="8712200" y="33655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a full GPU/API rerun inside the viva room</a:t>
            </a:r>
            <a:endParaRPr lang="zh-CN" altLang="en-US" sz="710">
              <a:solidFill>
                <a:srgbClr val="4A5B78"/>
              </a:solidFill>
              <a:latin typeface="Aptos" panose="020B0004020202020204" pitchFamily="34" charset="0"/>
            </a:endParaRPr>
          </a:p>
        </p:txBody>
      </p:sp>
      <p:sp>
        <p:nvSpPr>
          <p:cNvPr id="23" name="ck-2">
            <a:extLst>
              <a:ext uri="{FF2B5EF4-FFF2-40B4-BE49-F238E27FC236}">
                <a16:creationId xmlns:a16="http://schemas.microsoft.com/office/drawing/2014/main" id="{3891CB32-8457-732A-E6F5-23E6B3D552D9}"/>
              </a:ext>
            </a:extLst>
          </p:cNvPr>
          <p:cNvSpPr/>
          <p:nvPr/>
        </p:nvSpPr>
        <p:spPr>
          <a:xfrm>
            <a:off x="8382000" y="3937000"/>
            <a:ext cx="2768600" cy="685800"/>
          </a:xfrm>
          <a:prstGeom prst="rect">
            <a:avLst/>
          </a:prstGeom>
          <a:solidFill>
            <a:srgbClr val="FFEFF2"/>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k-t-2">
            <a:extLst>
              <a:ext uri="{FF2B5EF4-FFF2-40B4-BE49-F238E27FC236}">
                <a16:creationId xmlns:a16="http://schemas.microsoft.com/office/drawing/2014/main" id="{8600DC2E-5738-FDC0-BC9B-22BB7FA9B534}"/>
              </a:ext>
            </a:extLst>
          </p:cNvPr>
          <p:cNvSpPr txBox="1"/>
          <p:nvPr/>
        </p:nvSpPr>
        <p:spPr>
          <a:xfrm>
            <a:off x="8712200" y="4076700"/>
            <a:ext cx="1625600" cy="276999"/>
          </a:xfrm>
          <a:prstGeom prst="rect">
            <a:avLst/>
          </a:prstGeom>
          <a:noFill/>
        </p:spPr>
        <p:txBody>
          <a:bodyPr vert="horz" wrap="square" lIns="0" tIns="0" rIns="0" bIns="0" rtlCol="0">
            <a:noAutofit/>
          </a:bodyPr>
          <a:lstStyle/>
          <a:p>
            <a:r>
              <a:rPr lang="en-US" altLang="zh-CN" sz="830" b="1">
                <a:solidFill>
                  <a:srgbClr val="B8293C"/>
                </a:solidFill>
                <a:latin typeface="Aptos" panose="020B0004020202020204" pitchFamily="34" charset="0"/>
              </a:rPr>
              <a:t>Fallback</a:t>
            </a:r>
            <a:endParaRPr lang="zh-CN" altLang="en-US" sz="830" b="1">
              <a:solidFill>
                <a:srgbClr val="B8293C"/>
              </a:solidFill>
              <a:latin typeface="Aptos" panose="020B0004020202020204" pitchFamily="34" charset="0"/>
            </a:endParaRPr>
          </a:p>
        </p:txBody>
      </p:sp>
      <p:sp>
        <p:nvSpPr>
          <p:cNvPr id="25" name="ck-s-2">
            <a:extLst>
              <a:ext uri="{FF2B5EF4-FFF2-40B4-BE49-F238E27FC236}">
                <a16:creationId xmlns:a16="http://schemas.microsoft.com/office/drawing/2014/main" id="{709F8F90-F37E-2CCE-7E6F-F8FD3068253C}"/>
              </a:ext>
            </a:extLst>
          </p:cNvPr>
          <p:cNvSpPr txBox="1"/>
          <p:nvPr/>
        </p:nvSpPr>
        <p:spPr>
          <a:xfrm>
            <a:off x="8712200" y="43307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video recording if network or projector fails</a:t>
            </a:r>
            <a:endParaRPr lang="zh-CN" altLang="en-US" sz="710">
              <a:solidFill>
                <a:srgbClr val="4A5B78"/>
              </a:solidFill>
              <a:latin typeface="Aptos" panose="020B0004020202020204" pitchFamily="34" charset="0"/>
            </a:endParaRPr>
          </a:p>
        </p:txBody>
      </p:sp>
      <p:sp>
        <p:nvSpPr>
          <p:cNvPr id="26" name="check-link">
            <a:hlinkClick r:id="rId4"/>
            <a:extLst>
              <a:ext uri="{FF2B5EF4-FFF2-40B4-BE49-F238E27FC236}">
                <a16:creationId xmlns:a16="http://schemas.microsoft.com/office/drawing/2014/main" id="{F8387D03-6693-3F6A-D04F-E736EF34382E}"/>
              </a:ext>
            </a:extLst>
          </p:cNvPr>
          <p:cNvSpPr/>
          <p:nvPr/>
        </p:nvSpPr>
        <p:spPr>
          <a:xfrm>
            <a:off x="5486400" y="5105400"/>
            <a:ext cx="1803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check script</a:t>
            </a:r>
            <a:endParaRPr lang="zh-CN" altLang="en-US" sz="760" b="1">
              <a:solidFill>
                <a:srgbClr val="003B7A"/>
              </a:solidFill>
              <a:latin typeface="Aptos" panose="020B0004020202020204" pitchFamily="34" charset="0"/>
            </a:endParaRPr>
          </a:p>
        </p:txBody>
      </p:sp>
      <p:sp>
        <p:nvSpPr>
          <p:cNvPr id="27" name="footer-hit-10">
            <a:hlinkClick r:id="rId5"/>
            <a:extLst>
              <a:ext uri="{FF2B5EF4-FFF2-40B4-BE49-F238E27FC236}">
                <a16:creationId xmlns:a16="http://schemas.microsoft.com/office/drawing/2014/main" id="{240F2EC0-D95C-9665-10A4-7434F2CDC0CE}"/>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920201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6" grpId="0"/>
      <p:bldP spid="17" grpId="0" animBg="1"/>
      <p:bldP spid="18" grpId="0"/>
      <p:bldP spid="19" grpId="0"/>
      <p:bldP spid="20" grpId="0" animBg="1"/>
      <p:bldP spid="21" grpId="0"/>
      <p:bldP spid="22" grpId="0"/>
      <p:bldP spid="23" grpId="0" animBg="1"/>
      <p:bldP spid="24" grpId="0"/>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7FC549B-9AEB-9101-B429-523DE154F24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6CEF6A9E-D0A8-BA06-43D2-498859900E0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66A2AC2C-1422-F13C-1495-2133560D82A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D05F8204-A09B-830A-CD9D-34A54A7DAC47}"/>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DEFENCE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0070865-9F22-D21F-14C7-F59F725D48EC}"/>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11</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5510BA71-152D-CB57-1348-92B2A3087600}"/>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AD90CEB2-9D23-87F8-37E3-3605012131C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6F0219C4-A260-8576-5C36-28C89C768DB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B5FCCA6-7EC1-2E5A-A926-1DDFE9E0D281}"/>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In Q&amp;A, defend the evidence and refuse unsupported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81C5BE6-9E7B-77D8-B28D-488A429BFBEC}"/>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slide is the answer strategy if the examiner pushes beyond the evidence.</a:t>
            </a:r>
            <a:endParaRPr lang="zh-CN" altLang="en-US" sz="930">
              <a:solidFill>
                <a:srgbClr val="4A5B78"/>
              </a:solidFill>
              <a:latin typeface="Aptos" panose="020B0004020202020204" pitchFamily="34" charset="0"/>
            </a:endParaRPr>
          </a:p>
        </p:txBody>
      </p:sp>
      <p:sp>
        <p:nvSpPr>
          <p:cNvPr id="13" name="rule">
            <a:extLst>
              <a:ext uri="{FF2B5EF4-FFF2-40B4-BE49-F238E27FC236}">
                <a16:creationId xmlns:a16="http://schemas.microsoft.com/office/drawing/2014/main" id="{9D334B38-2939-5B57-86E1-807A0419E365}"/>
              </a:ext>
            </a:extLst>
          </p:cNvPr>
          <p:cNvSpPr/>
          <p:nvPr/>
        </p:nvSpPr>
        <p:spPr>
          <a:xfrm>
            <a:off x="965200" y="1955800"/>
            <a:ext cx="10261600" cy="660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rule-t">
            <a:extLst>
              <a:ext uri="{FF2B5EF4-FFF2-40B4-BE49-F238E27FC236}">
                <a16:creationId xmlns:a16="http://schemas.microsoft.com/office/drawing/2014/main" id="{C9AB267E-977F-5C4D-9F8B-920BB2BBA915}"/>
              </a:ext>
            </a:extLst>
          </p:cNvPr>
          <p:cNvSpPr txBox="1"/>
          <p:nvPr/>
        </p:nvSpPr>
        <p:spPr>
          <a:xfrm>
            <a:off x="1371600" y="2159000"/>
            <a:ext cx="9220200" cy="276999"/>
          </a:xfrm>
          <a:prstGeom prst="rect">
            <a:avLst/>
          </a:prstGeom>
          <a:noFill/>
        </p:spPr>
        <p:txBody>
          <a:bodyPr vert="horz" wrap="square" lIns="0" tIns="0" rIns="0" bIns="0" rtlCol="0">
            <a:noAutofit/>
          </a:bodyPr>
          <a:lstStyle/>
          <a:p>
            <a:r>
              <a:rPr lang="en-US" altLang="zh-CN" sz="1340" b="1">
                <a:solidFill>
                  <a:srgbClr val="FFFFFF"/>
                </a:solidFill>
                <a:latin typeface="Aptos" panose="020B0004020202020204" pitchFamily="34" charset="0"/>
              </a:rPr>
              <a:t>Answer in three moves: direct answer -&gt; evidence boundary -&gt; repository pointer.</a:t>
            </a:r>
            <a:endParaRPr lang="zh-CN" altLang="en-US" sz="1340" b="1">
              <a:solidFill>
                <a:srgbClr val="FFFFFF"/>
              </a:solidFill>
              <a:latin typeface="Aptos" panose="020B0004020202020204" pitchFamily="34" charset="0"/>
            </a:endParaRPr>
          </a:p>
        </p:txBody>
      </p:sp>
      <p:sp>
        <p:nvSpPr>
          <p:cNvPr id="15" name="qa-move-0">
            <a:extLst>
              <a:ext uri="{FF2B5EF4-FFF2-40B4-BE49-F238E27FC236}">
                <a16:creationId xmlns:a16="http://schemas.microsoft.com/office/drawing/2014/main" id="{3EE8D1F2-EAFB-9918-27C3-A50A846BA147}"/>
              </a:ext>
            </a:extLst>
          </p:cNvPr>
          <p:cNvSpPr/>
          <p:nvPr/>
        </p:nvSpPr>
        <p:spPr>
          <a:xfrm>
            <a:off x="1168400" y="3124200"/>
            <a:ext cx="2819400" cy="17272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qa-band-0">
            <a:extLst>
              <a:ext uri="{FF2B5EF4-FFF2-40B4-BE49-F238E27FC236}">
                <a16:creationId xmlns:a16="http://schemas.microsoft.com/office/drawing/2014/main" id="{548733A6-2C24-5591-53F9-C71654060C41}"/>
              </a:ext>
            </a:extLst>
          </p:cNvPr>
          <p:cNvSpPr/>
          <p:nvPr/>
        </p:nvSpPr>
        <p:spPr>
          <a:xfrm>
            <a:off x="1168400" y="3124200"/>
            <a:ext cx="2819400" cy="101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qa-num-0">
            <a:extLst>
              <a:ext uri="{FF2B5EF4-FFF2-40B4-BE49-F238E27FC236}">
                <a16:creationId xmlns:a16="http://schemas.microsoft.com/office/drawing/2014/main" id="{BD034E26-8C29-8A6D-B845-76FDF945F20F}"/>
              </a:ext>
            </a:extLst>
          </p:cNvPr>
          <p:cNvSpPr txBox="1"/>
          <p:nvPr/>
        </p:nvSpPr>
        <p:spPr>
          <a:xfrm>
            <a:off x="1473200" y="3530600"/>
            <a:ext cx="355600" cy="276999"/>
          </a:xfrm>
          <a:prstGeom prst="rect">
            <a:avLst/>
          </a:prstGeom>
          <a:noFill/>
        </p:spPr>
        <p:txBody>
          <a:bodyPr vert="horz" wrap="square" lIns="0" tIns="0" rIns="0" bIns="0" rtlCol="0">
            <a:noAutofit/>
          </a:bodyPr>
          <a:lstStyle/>
          <a:p>
            <a:r>
              <a:rPr lang="en-US" altLang="zh-CN" sz="2200" b="1">
                <a:solidFill>
                  <a:srgbClr val="003B7A"/>
                </a:solidFill>
                <a:latin typeface="Aptos" panose="020B0004020202020204" pitchFamily="34" charset="0"/>
              </a:rPr>
              <a:t>1</a:t>
            </a:r>
            <a:endParaRPr lang="zh-CN" altLang="en-US" sz="2200" b="1">
              <a:solidFill>
                <a:srgbClr val="003B7A"/>
              </a:solidFill>
              <a:latin typeface="Aptos" panose="020B0004020202020204" pitchFamily="34" charset="0"/>
            </a:endParaRPr>
          </a:p>
        </p:txBody>
      </p:sp>
      <p:sp>
        <p:nvSpPr>
          <p:cNvPr id="18" name="qa-name-0">
            <a:extLst>
              <a:ext uri="{FF2B5EF4-FFF2-40B4-BE49-F238E27FC236}">
                <a16:creationId xmlns:a16="http://schemas.microsoft.com/office/drawing/2014/main" id="{EC3DF611-F67D-5F6F-375D-C28A320E5DB7}"/>
              </a:ext>
            </a:extLst>
          </p:cNvPr>
          <p:cNvSpPr txBox="1"/>
          <p:nvPr/>
        </p:nvSpPr>
        <p:spPr>
          <a:xfrm>
            <a:off x="2032000" y="3581400"/>
            <a:ext cx="14986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Direct answer</a:t>
            </a:r>
            <a:endParaRPr lang="zh-CN" altLang="en-US" sz="1180" b="1">
              <a:solidFill>
                <a:srgbClr val="071A3D"/>
              </a:solidFill>
              <a:latin typeface="Aptos" panose="020B0004020202020204" pitchFamily="34" charset="0"/>
            </a:endParaRPr>
          </a:p>
        </p:txBody>
      </p:sp>
      <p:sp>
        <p:nvSpPr>
          <p:cNvPr id="19" name="qa-desc-0">
            <a:extLst>
              <a:ext uri="{FF2B5EF4-FFF2-40B4-BE49-F238E27FC236}">
                <a16:creationId xmlns:a16="http://schemas.microsoft.com/office/drawing/2014/main" id="{89ED4DF3-863E-5A32-57CC-F730C7E325BC}"/>
              </a:ext>
            </a:extLst>
          </p:cNvPr>
          <p:cNvSpPr txBox="1"/>
          <p:nvPr/>
        </p:nvSpPr>
        <p:spPr>
          <a:xfrm>
            <a:off x="1473200" y="4165600"/>
            <a:ext cx="2108200" cy="276999"/>
          </a:xfrm>
          <a:prstGeom prst="rect">
            <a:avLst/>
          </a:prstGeom>
          <a:noFill/>
        </p:spPr>
        <p:txBody>
          <a:bodyPr vert="horz" wrap="square" lIns="0" tIns="0" rIns="0" bIns="0" rtlCol="0">
            <a:noAutofit/>
          </a:bodyPr>
          <a:lstStyle/>
          <a:p>
            <a:r>
              <a:rPr lang="en-US" altLang="zh-CN" sz="880">
                <a:solidFill>
                  <a:srgbClr val="4A5B78"/>
                </a:solidFill>
                <a:latin typeface="Aptos" panose="020B0004020202020204" pitchFamily="34" charset="0"/>
              </a:rPr>
              <a:t>State the result in one sentence.</a:t>
            </a:r>
            <a:endParaRPr lang="zh-CN" altLang="en-US" sz="880">
              <a:solidFill>
                <a:srgbClr val="4A5B78"/>
              </a:solidFill>
              <a:latin typeface="Aptos" panose="020B0004020202020204" pitchFamily="34" charset="0"/>
            </a:endParaRPr>
          </a:p>
        </p:txBody>
      </p:sp>
      <p:sp>
        <p:nvSpPr>
          <p:cNvPr id="20" name="qa-move-1">
            <a:extLst>
              <a:ext uri="{FF2B5EF4-FFF2-40B4-BE49-F238E27FC236}">
                <a16:creationId xmlns:a16="http://schemas.microsoft.com/office/drawing/2014/main" id="{2DF66F4B-B343-5FF3-5EDA-885BF91DB99D}"/>
              </a:ext>
            </a:extLst>
          </p:cNvPr>
          <p:cNvSpPr/>
          <p:nvPr/>
        </p:nvSpPr>
        <p:spPr>
          <a:xfrm>
            <a:off x="4800600" y="3124200"/>
            <a:ext cx="2819400" cy="17272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qa-band-1">
            <a:extLst>
              <a:ext uri="{FF2B5EF4-FFF2-40B4-BE49-F238E27FC236}">
                <a16:creationId xmlns:a16="http://schemas.microsoft.com/office/drawing/2014/main" id="{8C43F152-EBA2-69A4-2CF7-FA839E926092}"/>
              </a:ext>
            </a:extLst>
          </p:cNvPr>
          <p:cNvSpPr/>
          <p:nvPr/>
        </p:nvSpPr>
        <p:spPr>
          <a:xfrm>
            <a:off x="4800600" y="3124200"/>
            <a:ext cx="2819400" cy="101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qa-num-1">
            <a:extLst>
              <a:ext uri="{FF2B5EF4-FFF2-40B4-BE49-F238E27FC236}">
                <a16:creationId xmlns:a16="http://schemas.microsoft.com/office/drawing/2014/main" id="{B4147A3C-CE72-7A3A-68ED-72E34D309C46}"/>
              </a:ext>
            </a:extLst>
          </p:cNvPr>
          <p:cNvSpPr txBox="1"/>
          <p:nvPr/>
        </p:nvSpPr>
        <p:spPr>
          <a:xfrm>
            <a:off x="5105400" y="3530600"/>
            <a:ext cx="355600" cy="276999"/>
          </a:xfrm>
          <a:prstGeom prst="rect">
            <a:avLst/>
          </a:prstGeom>
          <a:noFill/>
        </p:spPr>
        <p:txBody>
          <a:bodyPr vert="horz" wrap="square" lIns="0" tIns="0" rIns="0" bIns="0" rtlCol="0">
            <a:noAutofit/>
          </a:bodyPr>
          <a:lstStyle/>
          <a:p>
            <a:r>
              <a:rPr lang="en-US" altLang="zh-CN" sz="2200" b="1">
                <a:solidFill>
                  <a:srgbClr val="B85C00"/>
                </a:solidFill>
                <a:latin typeface="Aptos" panose="020B0004020202020204" pitchFamily="34" charset="0"/>
              </a:rPr>
              <a:t>2</a:t>
            </a:r>
            <a:endParaRPr lang="zh-CN" altLang="en-US" sz="2200" b="1">
              <a:solidFill>
                <a:srgbClr val="B85C00"/>
              </a:solidFill>
              <a:latin typeface="Aptos" panose="020B0004020202020204" pitchFamily="34" charset="0"/>
            </a:endParaRPr>
          </a:p>
        </p:txBody>
      </p:sp>
      <p:sp>
        <p:nvSpPr>
          <p:cNvPr id="23" name="qa-name-1">
            <a:extLst>
              <a:ext uri="{FF2B5EF4-FFF2-40B4-BE49-F238E27FC236}">
                <a16:creationId xmlns:a16="http://schemas.microsoft.com/office/drawing/2014/main" id="{05FC64D8-6713-AFD7-A8A2-F8220BAF2D48}"/>
              </a:ext>
            </a:extLst>
          </p:cNvPr>
          <p:cNvSpPr txBox="1"/>
          <p:nvPr/>
        </p:nvSpPr>
        <p:spPr>
          <a:xfrm>
            <a:off x="5664200" y="3581400"/>
            <a:ext cx="14986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Boundary</a:t>
            </a:r>
            <a:endParaRPr lang="zh-CN" altLang="en-US" sz="1180" b="1">
              <a:solidFill>
                <a:srgbClr val="071A3D"/>
              </a:solidFill>
              <a:latin typeface="Aptos" panose="020B0004020202020204" pitchFamily="34" charset="0"/>
            </a:endParaRPr>
          </a:p>
        </p:txBody>
      </p:sp>
      <p:sp>
        <p:nvSpPr>
          <p:cNvPr id="24" name="qa-desc-1">
            <a:extLst>
              <a:ext uri="{FF2B5EF4-FFF2-40B4-BE49-F238E27FC236}">
                <a16:creationId xmlns:a16="http://schemas.microsoft.com/office/drawing/2014/main" id="{2B8E7FD2-2510-2A87-48AD-DA34F49147A8}"/>
              </a:ext>
            </a:extLst>
          </p:cNvPr>
          <p:cNvSpPr txBox="1"/>
          <p:nvPr/>
        </p:nvSpPr>
        <p:spPr>
          <a:xfrm>
            <a:off x="5105400" y="4165600"/>
            <a:ext cx="2108200" cy="276999"/>
          </a:xfrm>
          <a:prstGeom prst="rect">
            <a:avLst/>
          </a:prstGeom>
          <a:noFill/>
        </p:spPr>
        <p:txBody>
          <a:bodyPr vert="horz" wrap="square" lIns="0" tIns="0" rIns="0" bIns="0" rtlCol="0">
            <a:noAutofit/>
          </a:bodyPr>
          <a:lstStyle/>
          <a:p>
            <a:r>
              <a:rPr lang="en-US" altLang="zh-CN" sz="880">
                <a:solidFill>
                  <a:srgbClr val="4A5B78"/>
                </a:solidFill>
                <a:latin typeface="Aptos" panose="020B0004020202020204" pitchFamily="34" charset="0"/>
              </a:rPr>
              <a:t>Name the denominator, control, or access limit.</a:t>
            </a:r>
            <a:endParaRPr lang="zh-CN" altLang="en-US" sz="880">
              <a:solidFill>
                <a:srgbClr val="4A5B78"/>
              </a:solidFill>
              <a:latin typeface="Aptos" panose="020B0004020202020204" pitchFamily="34" charset="0"/>
            </a:endParaRPr>
          </a:p>
        </p:txBody>
      </p:sp>
      <p:sp>
        <p:nvSpPr>
          <p:cNvPr id="25" name="qa-move-2">
            <a:extLst>
              <a:ext uri="{FF2B5EF4-FFF2-40B4-BE49-F238E27FC236}">
                <a16:creationId xmlns:a16="http://schemas.microsoft.com/office/drawing/2014/main" id="{4A459F22-79EC-FE45-6DFB-EA03BDF146D5}"/>
              </a:ext>
            </a:extLst>
          </p:cNvPr>
          <p:cNvSpPr/>
          <p:nvPr/>
        </p:nvSpPr>
        <p:spPr>
          <a:xfrm>
            <a:off x="8432800" y="3124200"/>
            <a:ext cx="2819400" cy="17272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a-band-2">
            <a:extLst>
              <a:ext uri="{FF2B5EF4-FFF2-40B4-BE49-F238E27FC236}">
                <a16:creationId xmlns:a16="http://schemas.microsoft.com/office/drawing/2014/main" id="{7D6F7A4A-5AB3-68F5-0564-CAA8A46165D8}"/>
              </a:ext>
            </a:extLst>
          </p:cNvPr>
          <p:cNvSpPr/>
          <p:nvPr/>
        </p:nvSpPr>
        <p:spPr>
          <a:xfrm>
            <a:off x="8432800" y="3124200"/>
            <a:ext cx="28194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qa-num-2">
            <a:extLst>
              <a:ext uri="{FF2B5EF4-FFF2-40B4-BE49-F238E27FC236}">
                <a16:creationId xmlns:a16="http://schemas.microsoft.com/office/drawing/2014/main" id="{FA896439-3D4B-0666-7C4E-3E38C3E99F8D}"/>
              </a:ext>
            </a:extLst>
          </p:cNvPr>
          <p:cNvSpPr txBox="1"/>
          <p:nvPr/>
        </p:nvSpPr>
        <p:spPr>
          <a:xfrm>
            <a:off x="8737600" y="3530600"/>
            <a:ext cx="355600" cy="276999"/>
          </a:xfrm>
          <a:prstGeom prst="rect">
            <a:avLst/>
          </a:prstGeom>
          <a:noFill/>
        </p:spPr>
        <p:txBody>
          <a:bodyPr vert="horz" wrap="square" lIns="0" tIns="0" rIns="0" bIns="0" rtlCol="0">
            <a:noAutofit/>
          </a:bodyPr>
          <a:lstStyle/>
          <a:p>
            <a:r>
              <a:rPr lang="en-US" altLang="zh-CN" sz="2200" b="1">
                <a:solidFill>
                  <a:srgbClr val="1F7A4D"/>
                </a:solidFill>
                <a:latin typeface="Aptos" panose="020B0004020202020204" pitchFamily="34" charset="0"/>
              </a:rPr>
              <a:t>3</a:t>
            </a:r>
            <a:endParaRPr lang="zh-CN" altLang="en-US" sz="2200" b="1">
              <a:solidFill>
                <a:srgbClr val="1F7A4D"/>
              </a:solidFill>
              <a:latin typeface="Aptos" panose="020B0004020202020204" pitchFamily="34" charset="0"/>
            </a:endParaRPr>
          </a:p>
        </p:txBody>
      </p:sp>
      <p:sp>
        <p:nvSpPr>
          <p:cNvPr id="28" name="qa-name-2">
            <a:extLst>
              <a:ext uri="{FF2B5EF4-FFF2-40B4-BE49-F238E27FC236}">
                <a16:creationId xmlns:a16="http://schemas.microsoft.com/office/drawing/2014/main" id="{3D65C04A-BB29-167A-E2B7-0256592C0D93}"/>
              </a:ext>
            </a:extLst>
          </p:cNvPr>
          <p:cNvSpPr txBox="1"/>
          <p:nvPr/>
        </p:nvSpPr>
        <p:spPr>
          <a:xfrm>
            <a:off x="9296400" y="3581400"/>
            <a:ext cx="14986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Evidence pointer</a:t>
            </a:r>
            <a:endParaRPr lang="zh-CN" altLang="en-US" sz="1180" b="1">
              <a:solidFill>
                <a:srgbClr val="071A3D"/>
              </a:solidFill>
              <a:latin typeface="Aptos" panose="020B0004020202020204" pitchFamily="34" charset="0"/>
            </a:endParaRPr>
          </a:p>
        </p:txBody>
      </p:sp>
      <p:sp>
        <p:nvSpPr>
          <p:cNvPr id="29" name="qa-desc-2">
            <a:extLst>
              <a:ext uri="{FF2B5EF4-FFF2-40B4-BE49-F238E27FC236}">
                <a16:creationId xmlns:a16="http://schemas.microsoft.com/office/drawing/2014/main" id="{0BE84230-C0EE-6323-4018-F718CDFF9B04}"/>
              </a:ext>
            </a:extLst>
          </p:cNvPr>
          <p:cNvSpPr txBox="1"/>
          <p:nvPr/>
        </p:nvSpPr>
        <p:spPr>
          <a:xfrm>
            <a:off x="8737600" y="4165600"/>
            <a:ext cx="2108200" cy="276999"/>
          </a:xfrm>
          <a:prstGeom prst="rect">
            <a:avLst/>
          </a:prstGeom>
          <a:noFill/>
        </p:spPr>
        <p:txBody>
          <a:bodyPr vert="horz" wrap="square" lIns="0" tIns="0" rIns="0" bIns="0" rtlCol="0">
            <a:noAutofit/>
          </a:bodyPr>
          <a:lstStyle/>
          <a:p>
            <a:r>
              <a:rPr lang="en-US" altLang="zh-CN" sz="880">
                <a:solidFill>
                  <a:srgbClr val="4A5B78"/>
                </a:solidFill>
                <a:latin typeface="Aptos" panose="020B0004020202020204" pitchFamily="34" charset="0"/>
              </a:rPr>
              <a:t>Open the claim file, manifest, or check script.</a:t>
            </a:r>
            <a:endParaRPr lang="zh-CN" altLang="en-US" sz="880">
              <a:solidFill>
                <a:srgbClr val="4A5B78"/>
              </a:solidFill>
              <a:latin typeface="Aptos" panose="020B0004020202020204" pitchFamily="34" charset="0"/>
            </a:endParaRPr>
          </a:p>
        </p:txBody>
      </p:sp>
      <p:sp>
        <p:nvSpPr>
          <p:cNvPr id="30" name="refuse">
            <a:extLst>
              <a:ext uri="{FF2B5EF4-FFF2-40B4-BE49-F238E27FC236}">
                <a16:creationId xmlns:a16="http://schemas.microsoft.com/office/drawing/2014/main" id="{BE96B0F7-FC07-A880-33D2-219D34821699}"/>
              </a:ext>
            </a:extLst>
          </p:cNvPr>
          <p:cNvSpPr/>
          <p:nvPr/>
        </p:nvSpPr>
        <p:spPr>
          <a:xfrm>
            <a:off x="1600200" y="5410200"/>
            <a:ext cx="8991600" cy="4318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efuse-t">
            <a:extLst>
              <a:ext uri="{FF2B5EF4-FFF2-40B4-BE49-F238E27FC236}">
                <a16:creationId xmlns:a16="http://schemas.microsoft.com/office/drawing/2014/main" id="{5389D287-0438-E272-1985-84A2239FC8F4}"/>
              </a:ext>
            </a:extLst>
          </p:cNvPr>
          <p:cNvSpPr txBox="1"/>
          <p:nvPr/>
        </p:nvSpPr>
        <p:spPr>
          <a:xfrm>
            <a:off x="1981200" y="5537200"/>
            <a:ext cx="8229600" cy="276999"/>
          </a:xfrm>
          <a:prstGeom prst="rect">
            <a:avLst/>
          </a:prstGeom>
          <a:noFill/>
        </p:spPr>
        <p:txBody>
          <a:bodyPr vert="horz" wrap="square" lIns="0" tIns="0" rIns="0" bIns="0" rtlCol="0">
            <a:noAutofit/>
          </a:bodyPr>
          <a:lstStyle/>
          <a:p>
            <a:r>
              <a:rPr lang="en-US" altLang="zh-CN" sz="790" b="1">
                <a:solidFill>
                  <a:srgbClr val="B8293C"/>
                </a:solidFill>
                <a:latin typeface="Aptos" panose="020B0004020202020204" pitchFamily="34" charset="0"/>
              </a:rPr>
              <a:t>I will not claim legal authorship proof, provider accusation, universal watermarking, or a safety certificate.</a:t>
            </a:r>
            <a:endParaRPr lang="zh-CN" altLang="en-US" sz="790" b="1">
              <a:solidFill>
                <a:srgbClr val="B8293C"/>
              </a:solidFill>
              <a:latin typeface="Aptos" panose="020B0004020202020204" pitchFamily="34" charset="0"/>
            </a:endParaRPr>
          </a:p>
        </p:txBody>
      </p:sp>
      <p:sp>
        <p:nvSpPr>
          <p:cNvPr id="32" name="footer-hit-11">
            <a:hlinkClick r:id="rId4"/>
            <a:extLst>
              <a:ext uri="{FF2B5EF4-FFF2-40B4-BE49-F238E27FC236}">
                <a16:creationId xmlns:a16="http://schemas.microsoft.com/office/drawing/2014/main" id="{05DB2194-C5A3-E626-CE14-E75FCD65A196}"/>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2538541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animBg="1"/>
      <p:bldP spid="17" grpId="0"/>
      <p:bldP spid="18" grpId="0"/>
      <p:bldP spid="19" grpId="0"/>
      <p:bldP spid="20" grpId="0" animBg="1"/>
      <p:bldP spid="21" grpId="0" animBg="1"/>
      <p:bldP spid="22" grpId="0"/>
      <p:bldP spid="23" grpId="0"/>
      <p:bldP spid="24" grpId="0"/>
      <p:bldP spid="25" grpId="0" animBg="1"/>
      <p:bldP spid="26" grpId="0" animBg="1"/>
      <p:bldP spid="27" grpId="0"/>
      <p:bldP spid="28" grpId="0"/>
      <p:bldP spid="29" grpId="0"/>
      <p:bldP spid="30" grpId="0" animBg="1"/>
      <p:bldP spid="3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D7C24FF-2393-E60F-6C68-972367A77C0C}"/>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8225039-B9B7-E022-D89F-80BD732DE16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D3E16B33-7489-06F3-2587-F518F1E278B2}"/>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8E72975B-5CA5-9E07-5EF6-8D0F83F4563E}"/>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FUTURE 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AB98655-929E-422D-28FE-5891D07C85F9}"/>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BBF348D-5DE5-448F-7FD8-76FEBC4F8D4C}"/>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9CA6E09-5D2A-ABFC-E424-28210CBE1E8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D2317A26-77B5-23AF-1BA8-39D231B54DE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ADC7E8F6-A242-A8E9-3437-B842398076E3}"/>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FYP artifact is complete; paper workstreams are planned continuations.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0F67798D-2A6D-9E05-0C81-D276F3D734C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Publication targets are roadmap items, not extra claims added to the submitted dissertation.</a:t>
            </a:r>
            <a:endParaRPr lang="zh-CN" altLang="en-US" sz="930">
              <a:solidFill>
                <a:srgbClr val="4A5B78"/>
              </a:solidFill>
              <a:latin typeface="Aptos" panose="020B0004020202020204" pitchFamily="34" charset="0"/>
            </a:endParaRPr>
          </a:p>
        </p:txBody>
      </p:sp>
      <p:sp>
        <p:nvSpPr>
          <p:cNvPr id="13" name="fyp-box">
            <a:extLst>
              <a:ext uri="{FF2B5EF4-FFF2-40B4-BE49-F238E27FC236}">
                <a16:creationId xmlns:a16="http://schemas.microsoft.com/office/drawing/2014/main" id="{6EBBF354-2097-4A64-57E9-EE0CA6D579E1}"/>
              </a:ext>
            </a:extLst>
          </p:cNvPr>
          <p:cNvSpPr/>
          <p:nvPr/>
        </p:nvSpPr>
        <p:spPr>
          <a:xfrm>
            <a:off x="838200" y="2108200"/>
            <a:ext cx="3530600" cy="3022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yp-k">
            <a:extLst>
              <a:ext uri="{FF2B5EF4-FFF2-40B4-BE49-F238E27FC236}">
                <a16:creationId xmlns:a16="http://schemas.microsoft.com/office/drawing/2014/main" id="{32AF8ECA-FCC3-CF0B-5AB4-E62DAD0C8509}"/>
              </a:ext>
            </a:extLst>
          </p:cNvPr>
          <p:cNvSpPr txBox="1"/>
          <p:nvPr/>
        </p:nvSpPr>
        <p:spPr>
          <a:xfrm>
            <a:off x="1219200" y="2463800"/>
            <a:ext cx="1905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SUBMITTED FYP ARTIFACT</a:t>
            </a:r>
            <a:endParaRPr lang="zh-CN" altLang="en-US" sz="770" b="1">
              <a:solidFill>
                <a:srgbClr val="CDE2FA"/>
              </a:solidFill>
              <a:latin typeface="Aptos" panose="020B0004020202020204" pitchFamily="34" charset="0"/>
            </a:endParaRPr>
          </a:p>
        </p:txBody>
      </p:sp>
      <p:sp>
        <p:nvSpPr>
          <p:cNvPr id="15" name="fyp-t">
            <a:extLst>
              <a:ext uri="{FF2B5EF4-FFF2-40B4-BE49-F238E27FC236}">
                <a16:creationId xmlns:a16="http://schemas.microsoft.com/office/drawing/2014/main" id="{5B1298DB-1984-3888-5459-73F2930142F5}"/>
              </a:ext>
            </a:extLst>
          </p:cNvPr>
          <p:cNvSpPr txBox="1"/>
          <p:nvPr/>
        </p:nvSpPr>
        <p:spPr>
          <a:xfrm>
            <a:off x="1219200" y="2997200"/>
            <a:ext cx="2514600" cy="276999"/>
          </a:xfrm>
          <a:prstGeom prst="rect">
            <a:avLst/>
          </a:prstGeom>
          <a:noFill/>
        </p:spPr>
        <p:txBody>
          <a:bodyPr vert="horz" wrap="square" lIns="0" tIns="0" rIns="0" bIns="0" rtlCol="0">
            <a:noAutofit/>
          </a:bodyPr>
          <a:lstStyle/>
          <a:p>
            <a:r>
              <a:rPr lang="en-US" altLang="zh-CN" b="1">
                <a:solidFill>
                  <a:srgbClr val="FFFFFF"/>
                </a:solidFill>
                <a:latin typeface="Aptos" panose="020B0004020202020204" pitchFamily="34" charset="0"/>
              </a:rPr>
              <a:t>Complete individual implementation and dissertation package</a:t>
            </a:r>
            <a:endParaRPr lang="zh-CN" altLang="en-US" b="1">
              <a:solidFill>
                <a:srgbClr val="FFFFFF"/>
              </a:solidFill>
              <a:latin typeface="Aptos" panose="020B0004020202020204" pitchFamily="34" charset="0"/>
            </a:endParaRPr>
          </a:p>
        </p:txBody>
      </p:sp>
      <p:sp>
        <p:nvSpPr>
          <p:cNvPr id="16" name="fyp-s">
            <a:extLst>
              <a:ext uri="{FF2B5EF4-FFF2-40B4-BE49-F238E27FC236}">
                <a16:creationId xmlns:a16="http://schemas.microsoft.com/office/drawing/2014/main" id="{6D94EE53-ED60-E359-368B-9DF9035C9472}"/>
              </a:ext>
            </a:extLst>
          </p:cNvPr>
          <p:cNvSpPr txBox="1"/>
          <p:nvPr/>
        </p:nvSpPr>
        <p:spPr>
          <a:xfrm>
            <a:off x="1219200" y="4038600"/>
            <a:ext cx="2514600" cy="276999"/>
          </a:xfrm>
          <a:prstGeom prst="rect">
            <a:avLst/>
          </a:prstGeom>
          <a:noFill/>
        </p:spPr>
        <p:txBody>
          <a:bodyPr vert="horz" wrap="square" lIns="0" tIns="0" rIns="0" bIns="0" rtlCol="0">
            <a:noAutofit/>
          </a:bodyPr>
          <a:lstStyle/>
          <a:p>
            <a:r>
              <a:rPr lang="en-US" altLang="zh-CN" sz="900">
                <a:solidFill>
                  <a:srgbClr val="DBE9FA"/>
                </a:solidFill>
                <a:latin typeface="Aptos" panose="020B0004020202020204" pitchFamily="34" charset="0"/>
              </a:rPr>
              <a:t>Assessed in viva: repository, dissertation, evidence files, and bounded claims.</a:t>
            </a:r>
            <a:endParaRPr lang="zh-CN" altLang="en-US" sz="900">
              <a:solidFill>
                <a:srgbClr val="DBE9FA"/>
              </a:solidFill>
              <a:latin typeface="Aptos" panose="020B0004020202020204" pitchFamily="34" charset="0"/>
            </a:endParaRPr>
          </a:p>
        </p:txBody>
      </p:sp>
      <p:cxnSp>
        <p:nvCxnSpPr>
          <p:cNvPr id="17" name="future-arrow">
            <a:extLst>
              <a:ext uri="{FF2B5EF4-FFF2-40B4-BE49-F238E27FC236}">
                <a16:creationId xmlns:a16="http://schemas.microsoft.com/office/drawing/2014/main" id="{8B363DAF-2263-8EC1-79AA-0A546DD5173C}"/>
              </a:ext>
            </a:extLst>
          </p:cNvPr>
          <p:cNvCxnSpPr/>
          <p:nvPr/>
        </p:nvCxnSpPr>
        <p:spPr>
          <a:xfrm>
            <a:off x="4699000" y="3632200"/>
            <a:ext cx="10668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future-label">
            <a:extLst>
              <a:ext uri="{FF2B5EF4-FFF2-40B4-BE49-F238E27FC236}">
                <a16:creationId xmlns:a16="http://schemas.microsoft.com/office/drawing/2014/main" id="{824E71E4-4920-6B9B-65BA-197772540F3E}"/>
              </a:ext>
            </a:extLst>
          </p:cNvPr>
          <p:cNvSpPr txBox="1"/>
          <p:nvPr/>
        </p:nvSpPr>
        <p:spPr>
          <a:xfrm>
            <a:off x="5867400" y="2057400"/>
            <a:ext cx="3378200" cy="276999"/>
          </a:xfrm>
          <a:prstGeom prst="rect">
            <a:avLst/>
          </a:prstGeom>
          <a:noFill/>
        </p:spPr>
        <p:txBody>
          <a:bodyPr vert="horz" wrap="square" lIns="0" tIns="0" rIns="0" bIns="0" rtlCol="0">
            <a:noAutofit/>
          </a:bodyPr>
          <a:lstStyle/>
          <a:p>
            <a:r>
              <a:rPr lang="en-US" altLang="zh-CN" sz="770" b="1">
                <a:solidFill>
                  <a:srgbClr val="4A5B78"/>
                </a:solidFill>
                <a:latin typeface="Aptos" panose="020B0004020202020204" pitchFamily="34" charset="0"/>
              </a:rPr>
              <a:t>PLANNED POST-FYP PAPER WORKSTREAMS</a:t>
            </a:r>
            <a:endParaRPr lang="zh-CN" altLang="en-US" sz="770" b="1">
              <a:solidFill>
                <a:srgbClr val="4A5B78"/>
              </a:solidFill>
              <a:latin typeface="Aptos" panose="020B0004020202020204" pitchFamily="34" charset="0"/>
            </a:endParaRPr>
          </a:p>
        </p:txBody>
      </p:sp>
      <p:sp>
        <p:nvSpPr>
          <p:cNvPr id="19" name="road-0">
            <a:extLst>
              <a:ext uri="{FF2B5EF4-FFF2-40B4-BE49-F238E27FC236}">
                <a16:creationId xmlns:a16="http://schemas.microsoft.com/office/drawing/2014/main" id="{DF580D44-5C2D-7997-A62B-3A1E0EA0D06A}"/>
              </a:ext>
            </a:extLst>
          </p:cNvPr>
          <p:cNvSpPr/>
          <p:nvPr/>
        </p:nvSpPr>
        <p:spPr>
          <a:xfrm>
            <a:off x="5867400" y="24892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band-0">
            <a:extLst>
              <a:ext uri="{FF2B5EF4-FFF2-40B4-BE49-F238E27FC236}">
                <a16:creationId xmlns:a16="http://schemas.microsoft.com/office/drawing/2014/main" id="{F65FA758-7566-B8CA-2335-4E44409D3CBD}"/>
              </a:ext>
            </a:extLst>
          </p:cNvPr>
          <p:cNvSpPr/>
          <p:nvPr/>
        </p:nvSpPr>
        <p:spPr>
          <a:xfrm>
            <a:off x="5867400" y="2489200"/>
            <a:ext cx="76200" cy="406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road-type-0">
            <a:extLst>
              <a:ext uri="{FF2B5EF4-FFF2-40B4-BE49-F238E27FC236}">
                <a16:creationId xmlns:a16="http://schemas.microsoft.com/office/drawing/2014/main" id="{C8DF6967-0417-21FD-A0F2-F6206319C8CA}"/>
              </a:ext>
            </a:extLst>
          </p:cNvPr>
          <p:cNvSpPr txBox="1"/>
          <p:nvPr/>
        </p:nvSpPr>
        <p:spPr>
          <a:xfrm>
            <a:off x="6146800" y="26035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Benchmark</a:t>
            </a:r>
            <a:endParaRPr lang="zh-CN" altLang="en-US" sz="700" b="1">
              <a:solidFill>
                <a:srgbClr val="4A5B78"/>
              </a:solidFill>
              <a:latin typeface="Aptos" panose="020B0004020202020204" pitchFamily="34" charset="0"/>
            </a:endParaRPr>
          </a:p>
        </p:txBody>
      </p:sp>
      <p:sp>
        <p:nvSpPr>
          <p:cNvPr id="22" name="road-title-0">
            <a:extLst>
              <a:ext uri="{FF2B5EF4-FFF2-40B4-BE49-F238E27FC236}">
                <a16:creationId xmlns:a16="http://schemas.microsoft.com/office/drawing/2014/main" id="{2CC79D96-6837-7CCA-03BD-E1AC4FE59EBE}"/>
              </a:ext>
            </a:extLst>
          </p:cNvPr>
          <p:cNvSpPr txBox="1"/>
          <p:nvPr/>
        </p:nvSpPr>
        <p:spPr>
          <a:xfrm>
            <a:off x="7264400" y="2590800"/>
            <a:ext cx="1422400" cy="276999"/>
          </a:xfrm>
          <a:prstGeom prst="rect">
            <a:avLst/>
          </a:prstGeom>
          <a:noFill/>
        </p:spPr>
        <p:txBody>
          <a:bodyPr vert="horz" wrap="square" lIns="0" tIns="0" rIns="0" bIns="0" rtlCol="0">
            <a:noAutofit/>
          </a:bodyPr>
          <a:lstStyle/>
          <a:p>
            <a:r>
              <a:rPr lang="en-US" altLang="zh-CN" sz="780" b="1">
                <a:solidFill>
                  <a:srgbClr val="003B7A"/>
                </a:solidFill>
                <a:latin typeface="Aptos" panose="020B0004020202020204" pitchFamily="34" charset="0"/>
              </a:rPr>
              <a:t>CodeMarkBench</a:t>
            </a:r>
            <a:endParaRPr lang="zh-CN" altLang="en-US" sz="780" b="1">
              <a:solidFill>
                <a:srgbClr val="003B7A"/>
              </a:solidFill>
              <a:latin typeface="Aptos" panose="020B0004020202020204" pitchFamily="34" charset="0"/>
            </a:endParaRPr>
          </a:p>
        </p:txBody>
      </p:sp>
      <p:sp>
        <p:nvSpPr>
          <p:cNvPr id="23" name="road-target-0">
            <a:extLst>
              <a:ext uri="{FF2B5EF4-FFF2-40B4-BE49-F238E27FC236}">
                <a16:creationId xmlns:a16="http://schemas.microsoft.com/office/drawing/2014/main" id="{2060CADB-F229-5497-3B67-618EAC9DDEEE}"/>
              </a:ext>
            </a:extLst>
          </p:cNvPr>
          <p:cNvSpPr/>
          <p:nvPr/>
        </p:nvSpPr>
        <p:spPr>
          <a:xfrm>
            <a:off x="8940800" y="2578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oad-targett-0">
            <a:extLst>
              <a:ext uri="{FF2B5EF4-FFF2-40B4-BE49-F238E27FC236}">
                <a16:creationId xmlns:a16="http://schemas.microsoft.com/office/drawing/2014/main" id="{E11062A3-3E92-0A06-618E-D8CB1675342B}"/>
              </a:ext>
            </a:extLst>
          </p:cNvPr>
          <p:cNvSpPr txBox="1"/>
          <p:nvPr/>
        </p:nvSpPr>
        <p:spPr>
          <a:xfrm>
            <a:off x="9067800" y="26416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TOSEM</a:t>
            </a:r>
            <a:endParaRPr lang="zh-CN" altLang="en-US" sz="640" b="1">
              <a:solidFill>
                <a:srgbClr val="003B7A"/>
              </a:solidFill>
              <a:latin typeface="Aptos" panose="020B0004020202020204" pitchFamily="34" charset="0"/>
            </a:endParaRPr>
          </a:p>
        </p:txBody>
      </p:sp>
      <p:sp>
        <p:nvSpPr>
          <p:cNvPr id="25" name="road-sub-0">
            <a:extLst>
              <a:ext uri="{FF2B5EF4-FFF2-40B4-BE49-F238E27FC236}">
                <a16:creationId xmlns:a16="http://schemas.microsoft.com/office/drawing/2014/main" id="{7357CA5A-697B-3748-D2C3-2013B6941542}"/>
              </a:ext>
            </a:extLst>
          </p:cNvPr>
          <p:cNvSpPr txBox="1"/>
          <p:nvPr/>
        </p:nvSpPr>
        <p:spPr>
          <a:xfrm>
            <a:off x="9829800" y="26035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executability and adequacy</a:t>
            </a:r>
            <a:endParaRPr lang="zh-CN" altLang="en-US" sz="670">
              <a:solidFill>
                <a:srgbClr val="4A5B78"/>
              </a:solidFill>
              <a:latin typeface="Aptos" panose="020B0004020202020204" pitchFamily="34" charset="0"/>
            </a:endParaRPr>
          </a:p>
        </p:txBody>
      </p:sp>
      <p:sp>
        <p:nvSpPr>
          <p:cNvPr id="26" name="road-1">
            <a:extLst>
              <a:ext uri="{FF2B5EF4-FFF2-40B4-BE49-F238E27FC236}">
                <a16:creationId xmlns:a16="http://schemas.microsoft.com/office/drawing/2014/main" id="{E9CB8EC1-31B7-3A30-EDEA-BC03DEE72E80}"/>
              </a:ext>
            </a:extLst>
          </p:cNvPr>
          <p:cNvSpPr/>
          <p:nvPr/>
        </p:nvSpPr>
        <p:spPr>
          <a:xfrm>
            <a:off x="5867400" y="30607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road-band-1">
            <a:extLst>
              <a:ext uri="{FF2B5EF4-FFF2-40B4-BE49-F238E27FC236}">
                <a16:creationId xmlns:a16="http://schemas.microsoft.com/office/drawing/2014/main" id="{416EC706-A21E-2120-B8D0-58F08A23ACDA}"/>
              </a:ext>
            </a:extLst>
          </p:cNvPr>
          <p:cNvSpPr/>
          <p:nvPr/>
        </p:nvSpPr>
        <p:spPr>
          <a:xfrm>
            <a:off x="5867400" y="3060700"/>
            <a:ext cx="76200" cy="4064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oad-type-1">
            <a:extLst>
              <a:ext uri="{FF2B5EF4-FFF2-40B4-BE49-F238E27FC236}">
                <a16:creationId xmlns:a16="http://schemas.microsoft.com/office/drawing/2014/main" id="{CDFDDC98-9AB4-9252-46F1-B8E8078BC835}"/>
              </a:ext>
            </a:extLst>
          </p:cNvPr>
          <p:cNvSpPr txBox="1"/>
          <p:nvPr/>
        </p:nvSpPr>
        <p:spPr>
          <a:xfrm>
            <a:off x="6146800" y="31750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White-box</a:t>
            </a:r>
            <a:endParaRPr lang="zh-CN" altLang="en-US" sz="700" b="1">
              <a:solidFill>
                <a:srgbClr val="4A5B78"/>
              </a:solidFill>
              <a:latin typeface="Aptos" panose="020B0004020202020204" pitchFamily="34" charset="0"/>
            </a:endParaRPr>
          </a:p>
        </p:txBody>
      </p:sp>
      <p:sp>
        <p:nvSpPr>
          <p:cNvPr id="29" name="road-title-1">
            <a:extLst>
              <a:ext uri="{FF2B5EF4-FFF2-40B4-BE49-F238E27FC236}">
                <a16:creationId xmlns:a16="http://schemas.microsoft.com/office/drawing/2014/main" id="{70017874-C9C2-0EB6-C335-CD2358171E92}"/>
              </a:ext>
            </a:extLst>
          </p:cNvPr>
          <p:cNvSpPr txBox="1"/>
          <p:nvPr/>
        </p:nvSpPr>
        <p:spPr>
          <a:xfrm>
            <a:off x="7264400" y="3162300"/>
            <a:ext cx="1422400" cy="276999"/>
          </a:xfrm>
          <a:prstGeom prst="rect">
            <a:avLst/>
          </a:prstGeom>
          <a:noFill/>
        </p:spPr>
        <p:txBody>
          <a:bodyPr vert="horz" wrap="square" lIns="0" tIns="0" rIns="0" bIns="0" rtlCol="0">
            <a:noAutofit/>
          </a:bodyPr>
          <a:lstStyle/>
          <a:p>
            <a:r>
              <a:rPr lang="en-US" altLang="zh-CN" sz="780" b="1">
                <a:solidFill>
                  <a:srgbClr val="168E8B"/>
                </a:solidFill>
                <a:latin typeface="Aptos" panose="020B0004020202020204" pitchFamily="34" charset="0"/>
              </a:rPr>
              <a:t>SemCodebook</a:t>
            </a:r>
            <a:endParaRPr lang="zh-CN" altLang="en-US" sz="780" b="1">
              <a:solidFill>
                <a:srgbClr val="168E8B"/>
              </a:solidFill>
              <a:latin typeface="Aptos" panose="020B0004020202020204" pitchFamily="34" charset="0"/>
            </a:endParaRPr>
          </a:p>
        </p:txBody>
      </p:sp>
      <p:sp>
        <p:nvSpPr>
          <p:cNvPr id="30" name="road-target-1">
            <a:extLst>
              <a:ext uri="{FF2B5EF4-FFF2-40B4-BE49-F238E27FC236}">
                <a16:creationId xmlns:a16="http://schemas.microsoft.com/office/drawing/2014/main" id="{03A812A4-6F64-28A0-4A2F-2DEF3A7E6E83}"/>
              </a:ext>
            </a:extLst>
          </p:cNvPr>
          <p:cNvSpPr/>
          <p:nvPr/>
        </p:nvSpPr>
        <p:spPr>
          <a:xfrm>
            <a:off x="8940800" y="3149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oad-targett-1">
            <a:extLst>
              <a:ext uri="{FF2B5EF4-FFF2-40B4-BE49-F238E27FC236}">
                <a16:creationId xmlns:a16="http://schemas.microsoft.com/office/drawing/2014/main" id="{53C2207A-7352-7DFB-8072-2769B6BD14DF}"/>
              </a:ext>
            </a:extLst>
          </p:cNvPr>
          <p:cNvSpPr txBox="1"/>
          <p:nvPr/>
        </p:nvSpPr>
        <p:spPr>
          <a:xfrm>
            <a:off x="9067800" y="32131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32" name="road-sub-1">
            <a:extLst>
              <a:ext uri="{FF2B5EF4-FFF2-40B4-BE49-F238E27FC236}">
                <a16:creationId xmlns:a16="http://schemas.microsoft.com/office/drawing/2014/main" id="{3AB57194-5177-6B5A-C22A-F3CA5506A461}"/>
              </a:ext>
            </a:extLst>
          </p:cNvPr>
          <p:cNvSpPr txBox="1"/>
          <p:nvPr/>
        </p:nvSpPr>
        <p:spPr>
          <a:xfrm>
            <a:off x="9829800" y="31750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structured recovery</a:t>
            </a:r>
            <a:endParaRPr lang="zh-CN" altLang="en-US" sz="670">
              <a:solidFill>
                <a:srgbClr val="4A5B78"/>
              </a:solidFill>
              <a:latin typeface="Aptos" panose="020B0004020202020204" pitchFamily="34" charset="0"/>
            </a:endParaRPr>
          </a:p>
        </p:txBody>
      </p:sp>
      <p:sp>
        <p:nvSpPr>
          <p:cNvPr id="33" name="road-2">
            <a:extLst>
              <a:ext uri="{FF2B5EF4-FFF2-40B4-BE49-F238E27FC236}">
                <a16:creationId xmlns:a16="http://schemas.microsoft.com/office/drawing/2014/main" id="{209704F1-BE71-24DE-75AC-CDFBA9E70CDD}"/>
              </a:ext>
            </a:extLst>
          </p:cNvPr>
          <p:cNvSpPr/>
          <p:nvPr/>
        </p:nvSpPr>
        <p:spPr>
          <a:xfrm>
            <a:off x="5867400" y="36322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oad-band-2">
            <a:extLst>
              <a:ext uri="{FF2B5EF4-FFF2-40B4-BE49-F238E27FC236}">
                <a16:creationId xmlns:a16="http://schemas.microsoft.com/office/drawing/2014/main" id="{0DEA5BBD-2B41-0EDA-D648-E164AFC71742}"/>
              </a:ext>
            </a:extLst>
          </p:cNvPr>
          <p:cNvSpPr/>
          <p:nvPr/>
        </p:nvSpPr>
        <p:spPr>
          <a:xfrm>
            <a:off x="5867400" y="3632200"/>
            <a:ext cx="76200" cy="406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type-2">
            <a:extLst>
              <a:ext uri="{FF2B5EF4-FFF2-40B4-BE49-F238E27FC236}">
                <a16:creationId xmlns:a16="http://schemas.microsoft.com/office/drawing/2014/main" id="{9E2B70D3-D921-9A38-3CCD-B7C710998EE7}"/>
              </a:ext>
            </a:extLst>
          </p:cNvPr>
          <p:cNvSpPr txBox="1"/>
          <p:nvPr/>
        </p:nvSpPr>
        <p:spPr>
          <a:xfrm>
            <a:off x="6146800" y="37465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Black-box</a:t>
            </a:r>
            <a:endParaRPr lang="zh-CN" altLang="en-US" sz="700" b="1">
              <a:solidFill>
                <a:srgbClr val="4A5B78"/>
              </a:solidFill>
              <a:latin typeface="Aptos" panose="020B0004020202020204" pitchFamily="34" charset="0"/>
            </a:endParaRPr>
          </a:p>
        </p:txBody>
      </p:sp>
      <p:sp>
        <p:nvSpPr>
          <p:cNvPr id="36" name="road-title-2">
            <a:extLst>
              <a:ext uri="{FF2B5EF4-FFF2-40B4-BE49-F238E27FC236}">
                <a16:creationId xmlns:a16="http://schemas.microsoft.com/office/drawing/2014/main" id="{484A39C3-7B7E-1013-63AD-AEEFB65A10D0}"/>
              </a:ext>
            </a:extLst>
          </p:cNvPr>
          <p:cNvSpPr txBox="1"/>
          <p:nvPr/>
        </p:nvSpPr>
        <p:spPr>
          <a:xfrm>
            <a:off x="7264400" y="3733800"/>
            <a:ext cx="1422400" cy="276999"/>
          </a:xfrm>
          <a:prstGeom prst="rect">
            <a:avLst/>
          </a:prstGeom>
          <a:noFill/>
        </p:spPr>
        <p:txBody>
          <a:bodyPr vert="horz" wrap="square" lIns="0" tIns="0" rIns="0" bIns="0" rtlCol="0">
            <a:noAutofit/>
          </a:bodyPr>
          <a:lstStyle/>
          <a:p>
            <a:r>
              <a:rPr lang="en-US" altLang="zh-CN" sz="780" b="1">
                <a:solidFill>
                  <a:srgbClr val="5B45C8"/>
                </a:solidFill>
                <a:latin typeface="Aptos" panose="020B0004020202020204" pitchFamily="34" charset="0"/>
              </a:rPr>
              <a:t>CodeDye</a:t>
            </a:r>
            <a:endParaRPr lang="zh-CN" altLang="en-US" sz="780" b="1">
              <a:solidFill>
                <a:srgbClr val="5B45C8"/>
              </a:solidFill>
              <a:latin typeface="Aptos" panose="020B0004020202020204" pitchFamily="34" charset="0"/>
            </a:endParaRPr>
          </a:p>
        </p:txBody>
      </p:sp>
      <p:sp>
        <p:nvSpPr>
          <p:cNvPr id="37" name="road-target-2">
            <a:extLst>
              <a:ext uri="{FF2B5EF4-FFF2-40B4-BE49-F238E27FC236}">
                <a16:creationId xmlns:a16="http://schemas.microsoft.com/office/drawing/2014/main" id="{74B6C60B-BCF4-7FEE-4E24-5884B3D6F523}"/>
              </a:ext>
            </a:extLst>
          </p:cNvPr>
          <p:cNvSpPr/>
          <p:nvPr/>
        </p:nvSpPr>
        <p:spPr>
          <a:xfrm>
            <a:off x="8940800" y="3721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oad-targett-2">
            <a:extLst>
              <a:ext uri="{FF2B5EF4-FFF2-40B4-BE49-F238E27FC236}">
                <a16:creationId xmlns:a16="http://schemas.microsoft.com/office/drawing/2014/main" id="{38E296D3-85B7-4D8A-E3C5-CF08BDFF841D}"/>
              </a:ext>
            </a:extLst>
          </p:cNvPr>
          <p:cNvSpPr txBox="1"/>
          <p:nvPr/>
        </p:nvSpPr>
        <p:spPr>
          <a:xfrm>
            <a:off x="9067800" y="37846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39" name="road-sub-2">
            <a:extLst>
              <a:ext uri="{FF2B5EF4-FFF2-40B4-BE49-F238E27FC236}">
                <a16:creationId xmlns:a16="http://schemas.microsoft.com/office/drawing/2014/main" id="{084FED53-A530-7044-277D-DEF1F7395BBF}"/>
              </a:ext>
            </a:extLst>
          </p:cNvPr>
          <p:cNvSpPr txBox="1"/>
          <p:nvPr/>
        </p:nvSpPr>
        <p:spPr>
          <a:xfrm>
            <a:off x="9829800" y="37465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conservative audit</a:t>
            </a:r>
            <a:endParaRPr lang="zh-CN" altLang="en-US" sz="670">
              <a:solidFill>
                <a:srgbClr val="4A5B78"/>
              </a:solidFill>
              <a:latin typeface="Aptos" panose="020B0004020202020204" pitchFamily="34" charset="0"/>
            </a:endParaRPr>
          </a:p>
        </p:txBody>
      </p:sp>
      <p:sp>
        <p:nvSpPr>
          <p:cNvPr id="40" name="road-3">
            <a:extLst>
              <a:ext uri="{FF2B5EF4-FFF2-40B4-BE49-F238E27FC236}">
                <a16:creationId xmlns:a16="http://schemas.microsoft.com/office/drawing/2014/main" id="{AA192FC0-CDF6-D267-0F18-0EE5D0A73222}"/>
              </a:ext>
            </a:extLst>
          </p:cNvPr>
          <p:cNvSpPr/>
          <p:nvPr/>
        </p:nvSpPr>
        <p:spPr>
          <a:xfrm>
            <a:off x="5867400" y="42037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road-band-3">
            <a:extLst>
              <a:ext uri="{FF2B5EF4-FFF2-40B4-BE49-F238E27FC236}">
                <a16:creationId xmlns:a16="http://schemas.microsoft.com/office/drawing/2014/main" id="{FF2A7BC4-40C8-FCAA-A838-BA407963F9ED}"/>
              </a:ext>
            </a:extLst>
          </p:cNvPr>
          <p:cNvSpPr/>
          <p:nvPr/>
        </p:nvSpPr>
        <p:spPr>
          <a:xfrm>
            <a:off x="5867400" y="4203700"/>
            <a:ext cx="76200" cy="406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oad-type-3">
            <a:extLst>
              <a:ext uri="{FF2B5EF4-FFF2-40B4-BE49-F238E27FC236}">
                <a16:creationId xmlns:a16="http://schemas.microsoft.com/office/drawing/2014/main" id="{028ECDB2-4020-E025-3CE6-DE0C1F5C16EB}"/>
              </a:ext>
            </a:extLst>
          </p:cNvPr>
          <p:cNvSpPr txBox="1"/>
          <p:nvPr/>
        </p:nvSpPr>
        <p:spPr>
          <a:xfrm>
            <a:off x="6146800" y="43180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Attribution</a:t>
            </a:r>
            <a:endParaRPr lang="zh-CN" altLang="en-US" sz="700" b="1">
              <a:solidFill>
                <a:srgbClr val="4A5B78"/>
              </a:solidFill>
              <a:latin typeface="Aptos" panose="020B0004020202020204" pitchFamily="34" charset="0"/>
            </a:endParaRPr>
          </a:p>
        </p:txBody>
      </p:sp>
      <p:sp>
        <p:nvSpPr>
          <p:cNvPr id="43" name="road-title-3">
            <a:extLst>
              <a:ext uri="{FF2B5EF4-FFF2-40B4-BE49-F238E27FC236}">
                <a16:creationId xmlns:a16="http://schemas.microsoft.com/office/drawing/2014/main" id="{CA6B98C8-DA62-541A-3337-249B7F39D4AA}"/>
              </a:ext>
            </a:extLst>
          </p:cNvPr>
          <p:cNvSpPr txBox="1"/>
          <p:nvPr/>
        </p:nvSpPr>
        <p:spPr>
          <a:xfrm>
            <a:off x="7264400" y="4305300"/>
            <a:ext cx="1422400" cy="276999"/>
          </a:xfrm>
          <a:prstGeom prst="rect">
            <a:avLst/>
          </a:prstGeom>
          <a:noFill/>
        </p:spPr>
        <p:txBody>
          <a:bodyPr vert="horz" wrap="square" lIns="0" tIns="0" rIns="0" bIns="0" rtlCol="0">
            <a:noAutofit/>
          </a:bodyPr>
          <a:lstStyle/>
          <a:p>
            <a:r>
              <a:rPr lang="en-US" altLang="zh-CN" sz="780" b="1">
                <a:solidFill>
                  <a:srgbClr val="B85C00"/>
                </a:solidFill>
                <a:latin typeface="Aptos" panose="020B0004020202020204" pitchFamily="34" charset="0"/>
              </a:rPr>
              <a:t>ProbeTrace</a:t>
            </a:r>
            <a:endParaRPr lang="zh-CN" altLang="en-US" sz="780" b="1">
              <a:solidFill>
                <a:srgbClr val="B85C00"/>
              </a:solidFill>
              <a:latin typeface="Aptos" panose="020B0004020202020204" pitchFamily="34" charset="0"/>
            </a:endParaRPr>
          </a:p>
        </p:txBody>
      </p:sp>
      <p:sp>
        <p:nvSpPr>
          <p:cNvPr id="44" name="road-target-3">
            <a:extLst>
              <a:ext uri="{FF2B5EF4-FFF2-40B4-BE49-F238E27FC236}">
                <a16:creationId xmlns:a16="http://schemas.microsoft.com/office/drawing/2014/main" id="{60934966-7923-A6A0-9BA9-AD7AE8F84F25}"/>
              </a:ext>
            </a:extLst>
          </p:cNvPr>
          <p:cNvSpPr/>
          <p:nvPr/>
        </p:nvSpPr>
        <p:spPr>
          <a:xfrm>
            <a:off x="8940800" y="4292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road-targett-3">
            <a:extLst>
              <a:ext uri="{FF2B5EF4-FFF2-40B4-BE49-F238E27FC236}">
                <a16:creationId xmlns:a16="http://schemas.microsoft.com/office/drawing/2014/main" id="{BD7757D2-A6BF-7CA1-2044-B9860813C686}"/>
              </a:ext>
            </a:extLst>
          </p:cNvPr>
          <p:cNvSpPr txBox="1"/>
          <p:nvPr/>
        </p:nvSpPr>
        <p:spPr>
          <a:xfrm>
            <a:off x="9067800" y="43561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46" name="road-sub-3">
            <a:extLst>
              <a:ext uri="{FF2B5EF4-FFF2-40B4-BE49-F238E27FC236}">
                <a16:creationId xmlns:a16="http://schemas.microsoft.com/office/drawing/2014/main" id="{B40C5052-3760-78F3-8B7B-7C0BAD35CB4A}"/>
              </a:ext>
            </a:extLst>
          </p:cNvPr>
          <p:cNvSpPr txBox="1"/>
          <p:nvPr/>
        </p:nvSpPr>
        <p:spPr>
          <a:xfrm>
            <a:off x="9829800" y="43180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owner evidence</a:t>
            </a:r>
            <a:endParaRPr lang="zh-CN" altLang="en-US" sz="670">
              <a:solidFill>
                <a:srgbClr val="4A5B78"/>
              </a:solidFill>
              <a:latin typeface="Aptos" panose="020B0004020202020204" pitchFamily="34" charset="0"/>
            </a:endParaRPr>
          </a:p>
        </p:txBody>
      </p:sp>
      <p:sp>
        <p:nvSpPr>
          <p:cNvPr id="47" name="road-4">
            <a:extLst>
              <a:ext uri="{FF2B5EF4-FFF2-40B4-BE49-F238E27FC236}">
                <a16:creationId xmlns:a16="http://schemas.microsoft.com/office/drawing/2014/main" id="{38B33E48-78DC-A7A7-3D06-2C4373F60975}"/>
              </a:ext>
            </a:extLst>
          </p:cNvPr>
          <p:cNvSpPr/>
          <p:nvPr/>
        </p:nvSpPr>
        <p:spPr>
          <a:xfrm>
            <a:off x="5867400" y="47752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road-band-4">
            <a:extLst>
              <a:ext uri="{FF2B5EF4-FFF2-40B4-BE49-F238E27FC236}">
                <a16:creationId xmlns:a16="http://schemas.microsoft.com/office/drawing/2014/main" id="{5A4A5464-E27D-F5AA-A96D-8C82BA927653}"/>
              </a:ext>
            </a:extLst>
          </p:cNvPr>
          <p:cNvSpPr/>
          <p:nvPr/>
        </p:nvSpPr>
        <p:spPr>
          <a:xfrm>
            <a:off x="5867400" y="4775200"/>
            <a:ext cx="76200" cy="406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oad-type-4">
            <a:extLst>
              <a:ext uri="{FF2B5EF4-FFF2-40B4-BE49-F238E27FC236}">
                <a16:creationId xmlns:a16="http://schemas.microsoft.com/office/drawing/2014/main" id="{E415C6BB-20CB-A4B3-8F4F-A3C83A4F0F17}"/>
              </a:ext>
            </a:extLst>
          </p:cNvPr>
          <p:cNvSpPr txBox="1"/>
          <p:nvPr/>
        </p:nvSpPr>
        <p:spPr>
          <a:xfrm>
            <a:off x="6146800" y="48895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Security</a:t>
            </a:r>
            <a:endParaRPr lang="zh-CN" altLang="en-US" sz="700" b="1">
              <a:solidFill>
                <a:srgbClr val="4A5B78"/>
              </a:solidFill>
              <a:latin typeface="Aptos" panose="020B0004020202020204" pitchFamily="34" charset="0"/>
            </a:endParaRPr>
          </a:p>
        </p:txBody>
      </p:sp>
      <p:sp>
        <p:nvSpPr>
          <p:cNvPr id="50" name="road-title-4">
            <a:extLst>
              <a:ext uri="{FF2B5EF4-FFF2-40B4-BE49-F238E27FC236}">
                <a16:creationId xmlns:a16="http://schemas.microsoft.com/office/drawing/2014/main" id="{2D8BA50C-1AA2-0FB2-BAA1-2989B62F6A53}"/>
              </a:ext>
            </a:extLst>
          </p:cNvPr>
          <p:cNvSpPr txBox="1"/>
          <p:nvPr/>
        </p:nvSpPr>
        <p:spPr>
          <a:xfrm>
            <a:off x="7264400" y="4876800"/>
            <a:ext cx="1422400" cy="276999"/>
          </a:xfrm>
          <a:prstGeom prst="rect">
            <a:avLst/>
          </a:prstGeom>
          <a:noFill/>
        </p:spPr>
        <p:txBody>
          <a:bodyPr vert="horz" wrap="square" lIns="0" tIns="0" rIns="0" bIns="0" rtlCol="0">
            <a:noAutofit/>
          </a:bodyPr>
          <a:lstStyle/>
          <a:p>
            <a:r>
              <a:rPr lang="en-US" altLang="zh-CN" sz="780" b="1">
                <a:solidFill>
                  <a:srgbClr val="1F7A4D"/>
                </a:solidFill>
                <a:latin typeface="Aptos" panose="020B0004020202020204" pitchFamily="34" charset="0"/>
              </a:rPr>
              <a:t>SealAudit</a:t>
            </a:r>
            <a:endParaRPr lang="zh-CN" altLang="en-US" sz="780" b="1">
              <a:solidFill>
                <a:srgbClr val="1F7A4D"/>
              </a:solidFill>
              <a:latin typeface="Aptos" panose="020B0004020202020204" pitchFamily="34" charset="0"/>
            </a:endParaRPr>
          </a:p>
        </p:txBody>
      </p:sp>
      <p:sp>
        <p:nvSpPr>
          <p:cNvPr id="51" name="road-target-4">
            <a:extLst>
              <a:ext uri="{FF2B5EF4-FFF2-40B4-BE49-F238E27FC236}">
                <a16:creationId xmlns:a16="http://schemas.microsoft.com/office/drawing/2014/main" id="{BB2AC139-1BA9-590C-30FF-0467DD3FE5A6}"/>
              </a:ext>
            </a:extLst>
          </p:cNvPr>
          <p:cNvSpPr/>
          <p:nvPr/>
        </p:nvSpPr>
        <p:spPr>
          <a:xfrm>
            <a:off x="8940800" y="4864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road-targett-4">
            <a:extLst>
              <a:ext uri="{FF2B5EF4-FFF2-40B4-BE49-F238E27FC236}">
                <a16:creationId xmlns:a16="http://schemas.microsoft.com/office/drawing/2014/main" id="{7071746D-ECF2-873B-ED61-31692E10B491}"/>
              </a:ext>
            </a:extLst>
          </p:cNvPr>
          <p:cNvSpPr txBox="1"/>
          <p:nvPr/>
        </p:nvSpPr>
        <p:spPr>
          <a:xfrm>
            <a:off x="9067800" y="49276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53" name="road-sub-4">
            <a:extLst>
              <a:ext uri="{FF2B5EF4-FFF2-40B4-BE49-F238E27FC236}">
                <a16:creationId xmlns:a16="http://schemas.microsoft.com/office/drawing/2014/main" id="{B2EBB9D1-270E-1803-C057-A510CBEB6246}"/>
              </a:ext>
            </a:extLst>
          </p:cNvPr>
          <p:cNvSpPr txBox="1"/>
          <p:nvPr/>
        </p:nvSpPr>
        <p:spPr>
          <a:xfrm>
            <a:off x="9829800" y="48895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selective triage</a:t>
            </a:r>
            <a:endParaRPr lang="zh-CN" altLang="en-US" sz="670">
              <a:solidFill>
                <a:srgbClr val="4A5B78"/>
              </a:solidFill>
              <a:latin typeface="Aptos" panose="020B0004020202020204" pitchFamily="34" charset="0"/>
            </a:endParaRPr>
          </a:p>
        </p:txBody>
      </p:sp>
      <p:sp>
        <p:nvSpPr>
          <p:cNvPr id="54" name="own">
            <a:extLst>
              <a:ext uri="{FF2B5EF4-FFF2-40B4-BE49-F238E27FC236}">
                <a16:creationId xmlns:a16="http://schemas.microsoft.com/office/drawing/2014/main" id="{412E1AC1-9655-3BB9-2430-5A2371DA3C66}"/>
              </a:ext>
            </a:extLst>
          </p:cNvPr>
          <p:cNvSpPr/>
          <p:nvPr/>
        </p:nvSpPr>
        <p:spPr>
          <a:xfrm>
            <a:off x="1498600" y="5461000"/>
            <a:ext cx="91948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own-t">
            <a:extLst>
              <a:ext uri="{FF2B5EF4-FFF2-40B4-BE49-F238E27FC236}">
                <a16:creationId xmlns:a16="http://schemas.microsoft.com/office/drawing/2014/main" id="{B73FDEBC-58E5-7D52-7AC3-EE476021A162}"/>
              </a:ext>
            </a:extLst>
          </p:cNvPr>
          <p:cNvSpPr txBox="1"/>
          <p:nvPr/>
        </p:nvSpPr>
        <p:spPr>
          <a:xfrm>
            <a:off x="1905000" y="5588000"/>
            <a:ext cx="83566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The submitted FYP implementation and dissertation artifact are my individual work; future writing collaborations are planned separately.</a:t>
            </a:r>
            <a:endParaRPr lang="zh-CN" altLang="en-US" sz="780" b="1">
              <a:solidFill>
                <a:srgbClr val="071A3D"/>
              </a:solidFill>
              <a:latin typeface="Aptos" panose="020B0004020202020204" pitchFamily="34" charset="0"/>
            </a:endParaRPr>
          </a:p>
        </p:txBody>
      </p:sp>
      <p:sp>
        <p:nvSpPr>
          <p:cNvPr id="56" name="footer-hit-12">
            <a:hlinkClick r:id="rId4"/>
            <a:extLst>
              <a:ext uri="{FF2B5EF4-FFF2-40B4-BE49-F238E27FC236}">
                <a16:creationId xmlns:a16="http://schemas.microsoft.com/office/drawing/2014/main" id="{AA999BC9-05B4-41B8-C2C3-FB379B628DC2}"/>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2826638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160"/>
                                        <p:tgtEl>
                                          <p:spTgt spid="34"/>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160"/>
                                        <p:tgtEl>
                                          <p:spTgt spid="35"/>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160"/>
                                        <p:tgtEl>
                                          <p:spTgt spid="36"/>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160"/>
                                        <p:tgtEl>
                                          <p:spTgt spid="37"/>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160"/>
                                        <p:tgtEl>
                                          <p:spTgt spid="38"/>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fade">
                                      <p:cBhvr>
                                        <p:cTn id="87" dur="160"/>
                                        <p:tgtEl>
                                          <p:spTgt spid="39"/>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160"/>
                                        <p:tgtEl>
                                          <p:spTgt spid="40"/>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160"/>
                                        <p:tgtEl>
                                          <p:spTgt spid="41"/>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160"/>
                                        <p:tgtEl>
                                          <p:spTgt spid="42"/>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160"/>
                                        <p:tgtEl>
                                          <p:spTgt spid="43"/>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160"/>
                                        <p:tgtEl>
                                          <p:spTgt spid="44"/>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fade">
                                      <p:cBhvr>
                                        <p:cTn id="111" dur="160"/>
                                        <p:tgtEl>
                                          <p:spTgt spid="45"/>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160"/>
                                        <p:tgtEl>
                                          <p:spTgt spid="46"/>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7"/>
                                        </p:tgtEl>
                                        <p:attrNameLst>
                                          <p:attrName>style.visibility</p:attrName>
                                        </p:attrNameLst>
                                      </p:cBhvr>
                                      <p:to>
                                        <p:strVal val="visible"/>
                                      </p:to>
                                    </p:set>
                                    <p:animEffect transition="in" filter="fade">
                                      <p:cBhvr>
                                        <p:cTn id="119" dur="160"/>
                                        <p:tgtEl>
                                          <p:spTgt spid="47"/>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8"/>
                                        </p:tgtEl>
                                        <p:attrNameLst>
                                          <p:attrName>style.visibility</p:attrName>
                                        </p:attrNameLst>
                                      </p:cBhvr>
                                      <p:to>
                                        <p:strVal val="visible"/>
                                      </p:to>
                                    </p:set>
                                    <p:animEffect transition="in" filter="fade">
                                      <p:cBhvr>
                                        <p:cTn id="123" dur="160"/>
                                        <p:tgtEl>
                                          <p:spTgt spid="48"/>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9"/>
                                        </p:tgtEl>
                                        <p:attrNameLst>
                                          <p:attrName>style.visibility</p:attrName>
                                        </p:attrNameLst>
                                      </p:cBhvr>
                                      <p:to>
                                        <p:strVal val="visible"/>
                                      </p:to>
                                    </p:set>
                                    <p:animEffect transition="in" filter="fade">
                                      <p:cBhvr>
                                        <p:cTn id="127" dur="160"/>
                                        <p:tgtEl>
                                          <p:spTgt spid="49"/>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160"/>
                                        <p:tgtEl>
                                          <p:spTgt spid="50"/>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51"/>
                                        </p:tgtEl>
                                        <p:attrNameLst>
                                          <p:attrName>style.visibility</p:attrName>
                                        </p:attrNameLst>
                                      </p:cBhvr>
                                      <p:to>
                                        <p:strVal val="visible"/>
                                      </p:to>
                                    </p:set>
                                    <p:animEffect transition="in" filter="fade">
                                      <p:cBhvr>
                                        <p:cTn id="135" dur="160"/>
                                        <p:tgtEl>
                                          <p:spTgt spid="51"/>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52"/>
                                        </p:tgtEl>
                                        <p:attrNameLst>
                                          <p:attrName>style.visibility</p:attrName>
                                        </p:attrNameLst>
                                      </p:cBhvr>
                                      <p:to>
                                        <p:strVal val="visible"/>
                                      </p:to>
                                    </p:set>
                                    <p:animEffect transition="in" filter="fade">
                                      <p:cBhvr>
                                        <p:cTn id="139" dur="160"/>
                                        <p:tgtEl>
                                          <p:spTgt spid="52"/>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Effect transition="in" filter="fade">
                                      <p:cBhvr>
                                        <p:cTn id="143" dur="160"/>
                                        <p:tgtEl>
                                          <p:spTgt spid="53"/>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54"/>
                                        </p:tgtEl>
                                        <p:attrNameLst>
                                          <p:attrName>style.visibility</p:attrName>
                                        </p:attrNameLst>
                                      </p:cBhvr>
                                      <p:to>
                                        <p:strVal val="visible"/>
                                      </p:to>
                                    </p:set>
                                    <p:animEffect transition="in" filter="fade">
                                      <p:cBhvr>
                                        <p:cTn id="147" dur="160"/>
                                        <p:tgtEl>
                                          <p:spTgt spid="54"/>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5"/>
                                        </p:tgtEl>
                                        <p:attrNameLst>
                                          <p:attrName>style.visibility</p:attrName>
                                        </p:attrNameLst>
                                      </p:cBhvr>
                                      <p:to>
                                        <p:strVal val="visible"/>
                                      </p:to>
                                    </p:set>
                                    <p:animEffect transition="in" filter="fade">
                                      <p:cBhvr>
                                        <p:cTn id="151" dur="16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p:bldP spid="22" grpId="0"/>
      <p:bldP spid="23" grpId="0" animBg="1"/>
      <p:bldP spid="24" grpId="0"/>
      <p:bldP spid="25" grpId="0"/>
      <p:bldP spid="26" grpId="0" animBg="1"/>
      <p:bldP spid="27" grpId="0" animBg="1"/>
      <p:bldP spid="28" grpId="0"/>
      <p:bldP spid="29" grpId="0"/>
      <p:bldP spid="30" grpId="0" animBg="1"/>
      <p:bldP spid="31" grpId="0"/>
      <p:bldP spid="32" grpId="0"/>
      <p:bldP spid="33" grpId="0" animBg="1"/>
      <p:bldP spid="34" grpId="0" animBg="1"/>
      <p:bldP spid="35" grpId="0"/>
      <p:bldP spid="36" grpId="0"/>
      <p:bldP spid="37" grpId="0" animBg="1"/>
      <p:bldP spid="38" grpId="0"/>
      <p:bldP spid="39" grpId="0"/>
      <p:bldP spid="40" grpId="0" animBg="1"/>
      <p:bldP spid="41" grpId="0" animBg="1"/>
      <p:bldP spid="42" grpId="0"/>
      <p:bldP spid="43" grpId="0"/>
      <p:bldP spid="44" grpId="0" animBg="1"/>
      <p:bldP spid="45" grpId="0"/>
      <p:bldP spid="46" grpId="0"/>
      <p:bldP spid="47" grpId="0" animBg="1"/>
      <p:bldP spid="48" grpId="0" animBg="1"/>
      <p:bldP spid="49" grpId="0"/>
      <p:bldP spid="50" grpId="0"/>
      <p:bldP spid="51" grpId="0" animBg="1"/>
      <p:bldP spid="52" grpId="0"/>
      <p:bldP spid="53" grpId="0"/>
      <p:bldP spid="54" grpId="0" animBg="1"/>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31A194B-274E-B2DA-D1FD-7BE0AC2E07E5}"/>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6D0EAEE9-BAF6-4981-16AE-05113C71FD81}"/>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49091130-26D6-DDDE-A3ED-12B8C89B97FA}"/>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7B0DB549-E295-1CE2-5E64-AB3DDC6E723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thanks">
            <a:extLst>
              <a:ext uri="{FF2B5EF4-FFF2-40B4-BE49-F238E27FC236}">
                <a16:creationId xmlns:a16="http://schemas.microsoft.com/office/drawing/2014/main" id="{03A8326A-268B-FD1F-37B3-9E8351797C20}"/>
              </a:ext>
            </a:extLst>
          </p:cNvPr>
          <p:cNvSpPr txBox="1"/>
          <p:nvPr/>
        </p:nvSpPr>
        <p:spPr>
          <a:xfrm>
            <a:off x="5003800" y="1422400"/>
            <a:ext cx="482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Thank you</a:t>
            </a:r>
            <a:endParaRPr lang="zh-CN" altLang="en-US" sz="4600" b="1">
              <a:solidFill>
                <a:srgbClr val="FFFFFF"/>
              </a:solidFill>
              <a:latin typeface="Aptos" panose="020B0004020202020204" pitchFamily="34" charset="0"/>
            </a:endParaRPr>
          </a:p>
        </p:txBody>
      </p:sp>
      <p:sp>
        <p:nvSpPr>
          <p:cNvPr id="8" name="q">
            <a:extLst>
              <a:ext uri="{FF2B5EF4-FFF2-40B4-BE49-F238E27FC236}">
                <a16:creationId xmlns:a16="http://schemas.microsoft.com/office/drawing/2014/main" id="{66430EB4-2FD6-1421-C94E-902438F88C43}"/>
              </a:ext>
            </a:extLst>
          </p:cNvPr>
          <p:cNvSpPr txBox="1"/>
          <p:nvPr/>
        </p:nvSpPr>
        <p:spPr>
          <a:xfrm>
            <a:off x="5054600" y="2387600"/>
            <a:ext cx="2794000" cy="276999"/>
          </a:xfrm>
          <a:prstGeom prst="rect">
            <a:avLst/>
          </a:prstGeom>
          <a:noFill/>
        </p:spPr>
        <p:txBody>
          <a:bodyPr vert="horz" wrap="square" lIns="0" tIns="0" rIns="0" bIns="0" rtlCol="0">
            <a:noAutofit/>
          </a:bodyPr>
          <a:lstStyle/>
          <a:p>
            <a:r>
              <a:rPr lang="en-US" altLang="zh-CN" sz="2200" b="1">
                <a:solidFill>
                  <a:srgbClr val="DCEBFC"/>
                </a:solidFill>
                <a:latin typeface="Aptos" panose="020B0004020202020204" pitchFamily="34" charset="0"/>
              </a:rPr>
              <a:t>Questions?</a:t>
            </a:r>
            <a:endParaRPr lang="zh-CN" altLang="en-US" sz="2200" b="1">
              <a:solidFill>
                <a:srgbClr val="DCEBFC"/>
              </a:solidFill>
              <a:latin typeface="Aptos" panose="020B0004020202020204" pitchFamily="34" charset="0"/>
            </a:endParaRPr>
          </a:p>
        </p:txBody>
      </p:sp>
      <p:cxnSp>
        <p:nvCxnSpPr>
          <p:cNvPr id="9" name="qrule">
            <a:extLst>
              <a:ext uri="{FF2B5EF4-FFF2-40B4-BE49-F238E27FC236}">
                <a16:creationId xmlns:a16="http://schemas.microsoft.com/office/drawing/2014/main" id="{E7022403-036B-B651-EBCA-3BB6D4AD5E94}"/>
              </a:ext>
            </a:extLst>
          </p:cNvPr>
          <p:cNvCxnSpPr/>
          <p:nvPr/>
        </p:nvCxnSpPr>
        <p:spPr>
          <a:xfrm>
            <a:off x="5054600" y="3149600"/>
            <a:ext cx="49784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0" name="anchor1">
            <a:extLst>
              <a:ext uri="{FF2B5EF4-FFF2-40B4-BE49-F238E27FC236}">
                <a16:creationId xmlns:a16="http://schemas.microsoft.com/office/drawing/2014/main" id="{693CD0EB-0931-9B7A-BEF6-D68F41B1BD50}"/>
              </a:ext>
            </a:extLst>
          </p:cNvPr>
          <p:cNvSpPr txBox="1"/>
          <p:nvPr/>
        </p:nvSpPr>
        <p:spPr>
          <a:xfrm>
            <a:off x="5054600" y="36322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1. Contribution: evidence contract for code watermarking</a:t>
            </a:r>
            <a:endParaRPr lang="zh-CN" altLang="en-US" sz="1050" b="1">
              <a:solidFill>
                <a:srgbClr val="FFFFFF"/>
              </a:solidFill>
              <a:latin typeface="Aptos" panose="020B0004020202020204" pitchFamily="34" charset="0"/>
            </a:endParaRPr>
          </a:p>
        </p:txBody>
      </p:sp>
      <p:sp>
        <p:nvSpPr>
          <p:cNvPr id="11" name="anchor2">
            <a:extLst>
              <a:ext uri="{FF2B5EF4-FFF2-40B4-BE49-F238E27FC236}">
                <a16:creationId xmlns:a16="http://schemas.microsoft.com/office/drawing/2014/main" id="{8A4DB8D1-C4E3-8C52-93C3-C3FF8B1FACCB}"/>
              </a:ext>
            </a:extLst>
          </p:cNvPr>
          <p:cNvSpPr txBox="1"/>
          <p:nvPr/>
        </p:nvSpPr>
        <p:spPr>
          <a:xfrm>
            <a:off x="5054600" y="40640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2. Evaluation: denominator + controls + boundary</a:t>
            </a:r>
            <a:endParaRPr lang="zh-CN" altLang="en-US" sz="1050" b="1">
              <a:solidFill>
                <a:srgbClr val="FFFFFF"/>
              </a:solidFill>
              <a:latin typeface="Aptos" panose="020B0004020202020204" pitchFamily="34" charset="0"/>
            </a:endParaRPr>
          </a:p>
        </p:txBody>
      </p:sp>
      <p:sp>
        <p:nvSpPr>
          <p:cNvPr id="12" name="anchor3">
            <a:extLst>
              <a:ext uri="{FF2B5EF4-FFF2-40B4-BE49-F238E27FC236}">
                <a16:creationId xmlns:a16="http://schemas.microsoft.com/office/drawing/2014/main" id="{A6D04CF6-576C-F502-7428-F5B045376352}"/>
              </a:ext>
            </a:extLst>
          </p:cNvPr>
          <p:cNvSpPr txBox="1"/>
          <p:nvPr/>
        </p:nvSpPr>
        <p:spPr>
          <a:xfrm>
            <a:off x="5054600" y="44958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3. Demo: inspectable repository, not a full rerun</a:t>
            </a:r>
            <a:endParaRPr lang="zh-CN" altLang="en-US" sz="1050" b="1">
              <a:solidFill>
                <a:srgbClr val="FFFFFF"/>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D1DAABEA-D026-8EBD-FC1B-6CDB31280B92}"/>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39800" y="1320800"/>
            <a:ext cx="1320800" cy="1320800"/>
          </a:xfrm>
          <a:prstGeom prst="rect">
            <a:avLst/>
          </a:prstGeom>
        </p:spPr>
      </p:pic>
      <p:sp>
        <p:nvSpPr>
          <p:cNvPr id="15" name="qrlab">
            <a:extLst>
              <a:ext uri="{FF2B5EF4-FFF2-40B4-BE49-F238E27FC236}">
                <a16:creationId xmlns:a16="http://schemas.microsoft.com/office/drawing/2014/main" id="{ABCA0273-5BA8-CBCD-64EC-5448C25BBC58}"/>
              </a:ext>
            </a:extLst>
          </p:cNvPr>
          <p:cNvSpPr txBox="1"/>
          <p:nvPr/>
        </p:nvSpPr>
        <p:spPr>
          <a:xfrm>
            <a:off x="939800" y="2895600"/>
            <a:ext cx="22352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Project page and repository</a:t>
            </a:r>
            <a:endParaRPr lang="zh-CN" altLang="en-US" sz="820" b="1">
              <a:solidFill>
                <a:srgbClr val="FFFFFF"/>
              </a:solidFill>
              <a:latin typeface="Aptos" panose="020B0004020202020204" pitchFamily="34" charset="0"/>
            </a:endParaRPr>
          </a:p>
        </p:txBody>
      </p:sp>
      <p:sp>
        <p:nvSpPr>
          <p:cNvPr id="16" name="close-page">
            <a:hlinkClick r:id="rId4"/>
            <a:extLst>
              <a:ext uri="{FF2B5EF4-FFF2-40B4-BE49-F238E27FC236}">
                <a16:creationId xmlns:a16="http://schemas.microsoft.com/office/drawing/2014/main" id="{511A7D1D-1489-4E36-D4EA-0D713BDBD8F0}"/>
              </a:ext>
            </a:extLst>
          </p:cNvPr>
          <p:cNvSpPr/>
          <p:nvPr/>
        </p:nvSpPr>
        <p:spPr>
          <a:xfrm>
            <a:off x="939800" y="3352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7" name="close-repo">
            <a:hlinkClick r:id="rId6"/>
            <a:extLst>
              <a:ext uri="{FF2B5EF4-FFF2-40B4-BE49-F238E27FC236}">
                <a16:creationId xmlns:a16="http://schemas.microsoft.com/office/drawing/2014/main" id="{B6F8E63B-C695-999D-DA78-DC53788E78E7}"/>
              </a:ext>
            </a:extLst>
          </p:cNvPr>
          <p:cNvSpPr/>
          <p:nvPr/>
        </p:nvSpPr>
        <p:spPr>
          <a:xfrm>
            <a:off x="2184400" y="33528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8" name="footer-hit-13">
            <a:hlinkClick r:id="rId4"/>
            <a:extLst>
              <a:ext uri="{FF2B5EF4-FFF2-40B4-BE49-F238E27FC236}">
                <a16:creationId xmlns:a16="http://schemas.microsoft.com/office/drawing/2014/main" id="{8127E721-5232-8ACA-49B7-F2AFCAF6D89C}"/>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760173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E79608F2-9F8E-6746-55FB-B5AE0E49D29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8F71139-00FD-EAC3-F21E-D77581D70605}"/>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A043111A-59F7-C182-24B9-C45DDC06F24E}"/>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E2FAECAD-BB9C-E93A-351A-C393A49AE230}"/>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D4EADE5-139D-6116-F419-A3EB85B4F6EE}"/>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2DE67239-CA80-172C-0531-3C8E4130546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3F781692-B8A1-2FF9-97FE-8229618C305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8AC79B2-65D1-4083-EFEB-D967E238E24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5F15ADD-C5ED-4E38-EB66-2F86D20B7640}"/>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Formula and boundary reference.</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4D934051-4D5B-F652-729E-3E1FA832FC8D}"/>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only if the examiner asks about notation or statistical reading.</a:t>
            </a:r>
            <a:endParaRPr lang="zh-CN" altLang="en-US" sz="930">
              <a:solidFill>
                <a:srgbClr val="4A5B78"/>
              </a:solidFill>
              <a:latin typeface="Aptos" panose="020B0004020202020204" pitchFamily="34" charset="0"/>
            </a:endParaRPr>
          </a:p>
        </p:txBody>
      </p:sp>
      <p:sp>
        <p:nvSpPr>
          <p:cNvPr id="13" name="f1">
            <a:extLst>
              <a:ext uri="{FF2B5EF4-FFF2-40B4-BE49-F238E27FC236}">
                <a16:creationId xmlns:a16="http://schemas.microsoft.com/office/drawing/2014/main" id="{3D181CA2-C4D2-11DC-276E-6FDC8A0C3D82}"/>
              </a:ext>
            </a:extLst>
          </p:cNvPr>
          <p:cNvSpPr/>
          <p:nvPr/>
        </p:nvSpPr>
        <p:spPr>
          <a:xfrm>
            <a:off x="965200" y="1828800"/>
            <a:ext cx="4572000" cy="1320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1t">
            <a:extLst>
              <a:ext uri="{FF2B5EF4-FFF2-40B4-BE49-F238E27FC236}">
                <a16:creationId xmlns:a16="http://schemas.microsoft.com/office/drawing/2014/main" id="{5D861425-307F-AAA9-3B12-159D1D08F9DA}"/>
              </a:ext>
            </a:extLst>
          </p:cNvPr>
          <p:cNvSpPr txBox="1"/>
          <p:nvPr/>
        </p:nvSpPr>
        <p:spPr>
          <a:xfrm>
            <a:off x="1397000" y="2298700"/>
            <a:ext cx="3708400" cy="276999"/>
          </a:xfrm>
          <a:prstGeom prst="rect">
            <a:avLst/>
          </a:prstGeom>
          <a:noFill/>
        </p:spPr>
        <p:txBody>
          <a:bodyPr vert="horz" wrap="square" lIns="0" tIns="0" rIns="0" bIns="0" rtlCol="0">
            <a:noAutofit/>
          </a:bodyPr>
          <a:lstStyle/>
          <a:p>
            <a:r>
              <a:rPr lang="pt-BR" altLang="zh-CN" sz="2100" b="1">
                <a:solidFill>
                  <a:srgbClr val="FFFFFF"/>
                </a:solidFill>
                <a:latin typeface="Consolas" panose="020B0609020204030204" pitchFamily="49" charset="0"/>
              </a:rPr>
              <a:t>E = &lt;D, C, A, H, B&gt;</a:t>
            </a:r>
            <a:endParaRPr lang="zh-CN" altLang="en-US" sz="2100" b="1">
              <a:solidFill>
                <a:srgbClr val="FFFFFF"/>
              </a:solidFill>
              <a:latin typeface="Consolas" panose="020B0609020204030204" pitchFamily="49" charset="0"/>
            </a:endParaRPr>
          </a:p>
        </p:txBody>
      </p:sp>
      <p:sp>
        <p:nvSpPr>
          <p:cNvPr id="15" name="f2">
            <a:extLst>
              <a:ext uri="{FF2B5EF4-FFF2-40B4-BE49-F238E27FC236}">
                <a16:creationId xmlns:a16="http://schemas.microsoft.com/office/drawing/2014/main" id="{1B82D8D0-DEEA-4C72-C188-E3CE8D361D8E}"/>
              </a:ext>
            </a:extLst>
          </p:cNvPr>
          <p:cNvSpPr/>
          <p:nvPr/>
        </p:nvSpPr>
        <p:spPr>
          <a:xfrm>
            <a:off x="6350000" y="1828800"/>
            <a:ext cx="4572000" cy="13208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f2t">
            <a:extLst>
              <a:ext uri="{FF2B5EF4-FFF2-40B4-BE49-F238E27FC236}">
                <a16:creationId xmlns:a16="http://schemas.microsoft.com/office/drawing/2014/main" id="{181C0473-5765-0467-C27D-6A15A0C1914D}"/>
              </a:ext>
            </a:extLst>
          </p:cNvPr>
          <p:cNvSpPr txBox="1"/>
          <p:nvPr/>
        </p:nvSpPr>
        <p:spPr>
          <a:xfrm>
            <a:off x="6756400" y="2247900"/>
            <a:ext cx="3632200" cy="276999"/>
          </a:xfrm>
          <a:prstGeom prst="rect">
            <a:avLst/>
          </a:prstGeom>
          <a:noFill/>
        </p:spPr>
        <p:txBody>
          <a:bodyPr vert="horz" wrap="square" lIns="0" tIns="0" rIns="0" bIns="0" rtlCol="0">
            <a:noAutofit/>
          </a:bodyPr>
          <a:lstStyle/>
          <a:p>
            <a:r>
              <a:rPr lang="en-US" altLang="zh-CN" sz="1380" b="1">
                <a:solidFill>
                  <a:srgbClr val="071A3D"/>
                </a:solidFill>
                <a:latin typeface="Consolas" panose="020B0609020204030204" pitchFamily="49" charset="0"/>
              </a:rPr>
              <a:t>claim := f(E, controls,
           access, boundary)</a:t>
            </a:r>
            <a:endParaRPr lang="zh-CN" altLang="en-US" sz="1380" b="1">
              <a:solidFill>
                <a:srgbClr val="071A3D"/>
              </a:solidFill>
              <a:latin typeface="Consolas" panose="020B0609020204030204" pitchFamily="49" charset="0"/>
            </a:endParaRPr>
          </a:p>
        </p:txBody>
      </p:sp>
      <p:sp>
        <p:nvSpPr>
          <p:cNvPr id="17" name="it-0">
            <a:extLst>
              <a:ext uri="{FF2B5EF4-FFF2-40B4-BE49-F238E27FC236}">
                <a16:creationId xmlns:a16="http://schemas.microsoft.com/office/drawing/2014/main" id="{D5932989-C6EF-B095-6212-02A2AC295632}"/>
              </a:ext>
            </a:extLst>
          </p:cNvPr>
          <p:cNvSpPr txBox="1"/>
          <p:nvPr/>
        </p:nvSpPr>
        <p:spPr>
          <a:xfrm>
            <a:off x="1955800" y="36322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D</a:t>
            </a:r>
            <a:endParaRPr lang="zh-CN" altLang="en-US" sz="900" b="1">
              <a:solidFill>
                <a:srgbClr val="003B7A"/>
              </a:solidFill>
              <a:latin typeface="Consolas" panose="020B0609020204030204" pitchFamily="49" charset="0"/>
            </a:endParaRPr>
          </a:p>
        </p:txBody>
      </p:sp>
      <p:sp>
        <p:nvSpPr>
          <p:cNvPr id="18" name="it2-0">
            <a:extLst>
              <a:ext uri="{FF2B5EF4-FFF2-40B4-BE49-F238E27FC236}">
                <a16:creationId xmlns:a16="http://schemas.microsoft.com/office/drawing/2014/main" id="{CB424868-65D5-568C-D3CE-7832474B6D44}"/>
              </a:ext>
            </a:extLst>
          </p:cNvPr>
          <p:cNvSpPr txBox="1"/>
          <p:nvPr/>
        </p:nvSpPr>
        <p:spPr>
          <a:xfrm>
            <a:off x="2514600" y="36322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denominator fixed before results</a:t>
            </a:r>
            <a:endParaRPr lang="zh-CN" altLang="en-US" sz="820">
              <a:solidFill>
                <a:srgbClr val="071A3D"/>
              </a:solidFill>
              <a:latin typeface="Aptos" panose="020B0004020202020204" pitchFamily="34" charset="0"/>
            </a:endParaRPr>
          </a:p>
        </p:txBody>
      </p:sp>
      <p:sp>
        <p:nvSpPr>
          <p:cNvPr id="19" name="it-1">
            <a:extLst>
              <a:ext uri="{FF2B5EF4-FFF2-40B4-BE49-F238E27FC236}">
                <a16:creationId xmlns:a16="http://schemas.microsoft.com/office/drawing/2014/main" id="{3F9780E7-8D71-C3E8-9EED-6BD82741F955}"/>
              </a:ext>
            </a:extLst>
          </p:cNvPr>
          <p:cNvSpPr txBox="1"/>
          <p:nvPr/>
        </p:nvSpPr>
        <p:spPr>
          <a:xfrm>
            <a:off x="1955800" y="40513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C</a:t>
            </a:r>
            <a:endParaRPr lang="zh-CN" altLang="en-US" sz="900" b="1">
              <a:solidFill>
                <a:srgbClr val="003B7A"/>
              </a:solidFill>
              <a:latin typeface="Consolas" panose="020B0609020204030204" pitchFamily="49" charset="0"/>
            </a:endParaRPr>
          </a:p>
        </p:txBody>
      </p:sp>
      <p:sp>
        <p:nvSpPr>
          <p:cNvPr id="20" name="it2-1">
            <a:extLst>
              <a:ext uri="{FF2B5EF4-FFF2-40B4-BE49-F238E27FC236}">
                <a16:creationId xmlns:a16="http://schemas.microsoft.com/office/drawing/2014/main" id="{BF07869C-2207-6CC8-A64B-A04D60EC0481}"/>
              </a:ext>
            </a:extLst>
          </p:cNvPr>
          <p:cNvSpPr txBox="1"/>
          <p:nvPr/>
        </p:nvSpPr>
        <p:spPr>
          <a:xfrm>
            <a:off x="2514600" y="40513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positive and negative controls</a:t>
            </a:r>
            <a:endParaRPr lang="zh-CN" altLang="en-US" sz="820">
              <a:solidFill>
                <a:srgbClr val="071A3D"/>
              </a:solidFill>
              <a:latin typeface="Aptos" panose="020B0004020202020204" pitchFamily="34" charset="0"/>
            </a:endParaRPr>
          </a:p>
        </p:txBody>
      </p:sp>
      <p:sp>
        <p:nvSpPr>
          <p:cNvPr id="21" name="it-2">
            <a:extLst>
              <a:ext uri="{FF2B5EF4-FFF2-40B4-BE49-F238E27FC236}">
                <a16:creationId xmlns:a16="http://schemas.microsoft.com/office/drawing/2014/main" id="{DC8A9E72-9EB1-8100-1261-35FD4D0F5146}"/>
              </a:ext>
            </a:extLst>
          </p:cNvPr>
          <p:cNvSpPr txBox="1"/>
          <p:nvPr/>
        </p:nvSpPr>
        <p:spPr>
          <a:xfrm>
            <a:off x="1955800" y="44704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A</a:t>
            </a:r>
            <a:endParaRPr lang="zh-CN" altLang="en-US" sz="900" b="1">
              <a:solidFill>
                <a:srgbClr val="003B7A"/>
              </a:solidFill>
              <a:latin typeface="Consolas" panose="020B0609020204030204" pitchFamily="49" charset="0"/>
            </a:endParaRPr>
          </a:p>
        </p:txBody>
      </p:sp>
      <p:sp>
        <p:nvSpPr>
          <p:cNvPr id="22" name="it2-2">
            <a:extLst>
              <a:ext uri="{FF2B5EF4-FFF2-40B4-BE49-F238E27FC236}">
                <a16:creationId xmlns:a16="http://schemas.microsoft.com/office/drawing/2014/main" id="{523E954B-9F9C-1FB7-3915-0D1EAF931CA4}"/>
              </a:ext>
            </a:extLst>
          </p:cNvPr>
          <p:cNvSpPr txBox="1"/>
          <p:nvPr/>
        </p:nvSpPr>
        <p:spPr>
          <a:xfrm>
            <a:off x="2514600" y="44704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artifact, model access, and protocol</a:t>
            </a:r>
            <a:endParaRPr lang="zh-CN" altLang="en-US" sz="820">
              <a:solidFill>
                <a:srgbClr val="071A3D"/>
              </a:solidFill>
              <a:latin typeface="Aptos" panose="020B0004020202020204" pitchFamily="34" charset="0"/>
            </a:endParaRPr>
          </a:p>
        </p:txBody>
      </p:sp>
      <p:sp>
        <p:nvSpPr>
          <p:cNvPr id="23" name="it-3">
            <a:extLst>
              <a:ext uri="{FF2B5EF4-FFF2-40B4-BE49-F238E27FC236}">
                <a16:creationId xmlns:a16="http://schemas.microsoft.com/office/drawing/2014/main" id="{1AE8357B-2C32-AE72-B05B-A062C1F6AABA}"/>
              </a:ext>
            </a:extLst>
          </p:cNvPr>
          <p:cNvSpPr txBox="1"/>
          <p:nvPr/>
        </p:nvSpPr>
        <p:spPr>
          <a:xfrm>
            <a:off x="1955800" y="48895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H</a:t>
            </a:r>
            <a:endParaRPr lang="zh-CN" altLang="en-US" sz="900" b="1">
              <a:solidFill>
                <a:srgbClr val="003B7A"/>
              </a:solidFill>
              <a:latin typeface="Consolas" panose="020B0609020204030204" pitchFamily="49" charset="0"/>
            </a:endParaRPr>
          </a:p>
        </p:txBody>
      </p:sp>
      <p:sp>
        <p:nvSpPr>
          <p:cNvPr id="24" name="it2-3">
            <a:extLst>
              <a:ext uri="{FF2B5EF4-FFF2-40B4-BE49-F238E27FC236}">
                <a16:creationId xmlns:a16="http://schemas.microsoft.com/office/drawing/2014/main" id="{495B27B9-A901-85CD-6C3B-6AE456537294}"/>
              </a:ext>
            </a:extLst>
          </p:cNvPr>
          <p:cNvSpPr txBox="1"/>
          <p:nvPr/>
        </p:nvSpPr>
        <p:spPr>
          <a:xfrm>
            <a:off x="2514600" y="48895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hash or integrity identifier</a:t>
            </a:r>
            <a:endParaRPr lang="zh-CN" altLang="en-US" sz="820">
              <a:solidFill>
                <a:srgbClr val="071A3D"/>
              </a:solidFill>
              <a:latin typeface="Aptos" panose="020B0004020202020204" pitchFamily="34" charset="0"/>
            </a:endParaRPr>
          </a:p>
        </p:txBody>
      </p:sp>
      <p:sp>
        <p:nvSpPr>
          <p:cNvPr id="25" name="it-4">
            <a:extLst>
              <a:ext uri="{FF2B5EF4-FFF2-40B4-BE49-F238E27FC236}">
                <a16:creationId xmlns:a16="http://schemas.microsoft.com/office/drawing/2014/main" id="{65958174-BA58-55F9-7E3C-1579FCA111CB}"/>
              </a:ext>
            </a:extLst>
          </p:cNvPr>
          <p:cNvSpPr txBox="1"/>
          <p:nvPr/>
        </p:nvSpPr>
        <p:spPr>
          <a:xfrm>
            <a:off x="1955800" y="53086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B</a:t>
            </a:r>
            <a:endParaRPr lang="zh-CN" altLang="en-US" sz="900" b="1">
              <a:solidFill>
                <a:srgbClr val="003B7A"/>
              </a:solidFill>
              <a:latin typeface="Consolas" panose="020B0609020204030204" pitchFamily="49" charset="0"/>
            </a:endParaRPr>
          </a:p>
        </p:txBody>
      </p:sp>
      <p:sp>
        <p:nvSpPr>
          <p:cNvPr id="26" name="it2-4">
            <a:extLst>
              <a:ext uri="{FF2B5EF4-FFF2-40B4-BE49-F238E27FC236}">
                <a16:creationId xmlns:a16="http://schemas.microsoft.com/office/drawing/2014/main" id="{B52E9384-34E2-03BF-FA81-AF1E0FBAE29D}"/>
              </a:ext>
            </a:extLst>
          </p:cNvPr>
          <p:cNvSpPr txBox="1"/>
          <p:nvPr/>
        </p:nvSpPr>
        <p:spPr>
          <a:xfrm>
            <a:off x="2514600" y="53086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allowed and forbidden interpretation</a:t>
            </a:r>
            <a:endParaRPr lang="zh-CN" altLang="en-US" sz="820">
              <a:solidFill>
                <a:srgbClr val="071A3D"/>
              </a:solidFill>
              <a:latin typeface="Aptos" panose="020B0004020202020204" pitchFamily="34" charset="0"/>
            </a:endParaRPr>
          </a:p>
        </p:txBody>
      </p:sp>
      <p:sp>
        <p:nvSpPr>
          <p:cNvPr id="27" name="footer-hit-14">
            <a:hlinkClick r:id="rId4"/>
            <a:extLst>
              <a:ext uri="{FF2B5EF4-FFF2-40B4-BE49-F238E27FC236}">
                <a16:creationId xmlns:a16="http://schemas.microsoft.com/office/drawing/2014/main" id="{4EF15E37-69F4-21E8-05E2-2F3FB36D3BC1}"/>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288941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60"/>
                                        <p:tgtEl>
                                          <p:spTgt spid="7"/>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60"/>
                                        <p:tgtEl>
                                          <p:spTgt spid="13"/>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160"/>
                                        <p:tgtEl>
                                          <p:spTgt spid="14"/>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60"/>
                                        <p:tgtEl>
                                          <p:spTgt spid="15"/>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160"/>
                                        <p:tgtEl>
                                          <p:spTgt spid="16"/>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60"/>
                                        <p:tgtEl>
                                          <p:spTgt spid="17"/>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160"/>
                                        <p:tgtEl>
                                          <p:spTgt spid="18"/>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160"/>
                                        <p:tgtEl>
                                          <p:spTgt spid="19"/>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60"/>
                                        <p:tgtEl>
                                          <p:spTgt spid="20"/>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60"/>
                                        <p:tgtEl>
                                          <p:spTgt spid="21"/>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160"/>
                                        <p:tgtEl>
                                          <p:spTgt spid="22"/>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160"/>
                                        <p:tgtEl>
                                          <p:spTgt spid="23"/>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160"/>
                                        <p:tgtEl>
                                          <p:spTgt spid="24"/>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160"/>
                                        <p:tgtEl>
                                          <p:spTgt spid="25"/>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4" grpId="0"/>
      <p:bldP spid="15" grpId="0" animBg="1"/>
      <p:bldP spid="16" grpId="0"/>
      <p:bldP spid="17" grpId="0"/>
      <p:bldP spid="18" grpId="0"/>
      <p:bldP spid="19" grpId="0"/>
      <p:bldP spid="20" grpId="0"/>
      <p:bldP spid="21" grpId="0"/>
      <p:bldP spid="22" grpId="0"/>
      <p:bldP spid="23" grpId="0"/>
      <p:bldP spid="24" grpId="0"/>
      <p:bldP spid="25" grpId="0"/>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FF88DAF2-CCD1-8C53-3F07-2D081BCA654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7B1E90C-E705-AF7A-5989-66B9EA28C03A}"/>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770BB402-4EA8-FEC5-8EAA-975E6FA08A14}"/>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D1862FB3-EFFA-9FAF-D354-DE863ED698C4}"/>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621579F-E87B-F476-CA12-A042838EBCA7}"/>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CDF31CAD-FF60-96F8-39AC-541ED3DC515E}"/>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5D8F954C-DF5E-77D0-3F48-DA371109FFF7}"/>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70DEC6A8-E31E-84FB-C99E-5A1286EFE1C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E2694979-E6F7-05E1-EAE7-F4F6A0CE98A5}"/>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Likely viva questions: short answers.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7866D2C8-FEF6-BC17-4497-FE59D8887C1A}"/>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Answer directly first, then add the evidence boundary.</a:t>
            </a:r>
            <a:endParaRPr lang="zh-CN" altLang="en-US" sz="930">
              <a:solidFill>
                <a:srgbClr val="4A5B78"/>
              </a:solidFill>
              <a:latin typeface="Aptos" panose="020B0004020202020204" pitchFamily="34" charset="0"/>
            </a:endParaRPr>
          </a:p>
        </p:txBody>
      </p:sp>
      <p:sp>
        <p:nvSpPr>
          <p:cNvPr id="13" name="qa-0">
            <a:extLst>
              <a:ext uri="{FF2B5EF4-FFF2-40B4-BE49-F238E27FC236}">
                <a16:creationId xmlns:a16="http://schemas.microsoft.com/office/drawing/2014/main" id="{8BAFFD48-949F-F376-E9B7-B309FEE88EAF}"/>
              </a:ext>
            </a:extLst>
          </p:cNvPr>
          <p:cNvSpPr/>
          <p:nvPr/>
        </p:nvSpPr>
        <p:spPr>
          <a:xfrm>
            <a:off x="990600" y="17526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qa-band-0">
            <a:extLst>
              <a:ext uri="{FF2B5EF4-FFF2-40B4-BE49-F238E27FC236}">
                <a16:creationId xmlns:a16="http://schemas.microsoft.com/office/drawing/2014/main" id="{D1DEB423-032D-ED79-953E-A6E7C0BF542A}"/>
              </a:ext>
            </a:extLst>
          </p:cNvPr>
          <p:cNvSpPr/>
          <p:nvPr/>
        </p:nvSpPr>
        <p:spPr>
          <a:xfrm>
            <a:off x="990600" y="17526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q-0">
            <a:extLst>
              <a:ext uri="{FF2B5EF4-FFF2-40B4-BE49-F238E27FC236}">
                <a16:creationId xmlns:a16="http://schemas.microsoft.com/office/drawing/2014/main" id="{2EEFB011-1A3E-6D24-9E14-EDEAE32E1690}"/>
              </a:ext>
            </a:extLst>
          </p:cNvPr>
          <p:cNvSpPr txBox="1"/>
          <p:nvPr/>
        </p:nvSpPr>
        <p:spPr>
          <a:xfrm>
            <a:off x="1320800" y="19050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Why not one detector score?</a:t>
            </a:r>
            <a:endParaRPr lang="zh-CN" altLang="en-US" sz="880" b="1">
              <a:solidFill>
                <a:srgbClr val="003B7A"/>
              </a:solidFill>
              <a:latin typeface="Aptos" panose="020B0004020202020204" pitchFamily="34" charset="0"/>
            </a:endParaRPr>
          </a:p>
        </p:txBody>
      </p:sp>
      <p:sp>
        <p:nvSpPr>
          <p:cNvPr id="16" name="a-0">
            <a:extLst>
              <a:ext uri="{FF2B5EF4-FFF2-40B4-BE49-F238E27FC236}">
                <a16:creationId xmlns:a16="http://schemas.microsoft.com/office/drawing/2014/main" id="{9F5FE05F-F0F3-DF56-2CBA-EA58154A5937}"/>
              </a:ext>
            </a:extLst>
          </p:cNvPr>
          <p:cNvSpPr txBox="1"/>
          <p:nvPr/>
        </p:nvSpPr>
        <p:spPr>
          <a:xfrm>
            <a:off x="5029200" y="19050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Because different access models require different evidence objects.</a:t>
            </a:r>
            <a:endParaRPr lang="zh-CN" altLang="en-US" sz="820">
              <a:solidFill>
                <a:srgbClr val="071A3D"/>
              </a:solidFill>
              <a:latin typeface="Aptos" panose="020B0004020202020204" pitchFamily="34" charset="0"/>
            </a:endParaRPr>
          </a:p>
        </p:txBody>
      </p:sp>
      <p:sp>
        <p:nvSpPr>
          <p:cNvPr id="17" name="qa-1">
            <a:extLst>
              <a:ext uri="{FF2B5EF4-FFF2-40B4-BE49-F238E27FC236}">
                <a16:creationId xmlns:a16="http://schemas.microsoft.com/office/drawing/2014/main" id="{3B4C38D1-F626-8DED-EC47-BF13272F7791}"/>
              </a:ext>
            </a:extLst>
          </p:cNvPr>
          <p:cNvSpPr/>
          <p:nvPr/>
        </p:nvSpPr>
        <p:spPr>
          <a:xfrm>
            <a:off x="990600" y="25019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qa-band-1">
            <a:extLst>
              <a:ext uri="{FF2B5EF4-FFF2-40B4-BE49-F238E27FC236}">
                <a16:creationId xmlns:a16="http://schemas.microsoft.com/office/drawing/2014/main" id="{F7E0FE81-77A3-431E-A856-5F3952C7DC1D}"/>
              </a:ext>
            </a:extLst>
          </p:cNvPr>
          <p:cNvSpPr/>
          <p:nvPr/>
        </p:nvSpPr>
        <p:spPr>
          <a:xfrm>
            <a:off x="990600" y="25019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q-1">
            <a:extLst>
              <a:ext uri="{FF2B5EF4-FFF2-40B4-BE49-F238E27FC236}">
                <a16:creationId xmlns:a16="http://schemas.microsoft.com/office/drawing/2014/main" id="{38D55F3D-EDCC-14BA-5568-46B43E1D0FC5}"/>
              </a:ext>
            </a:extLst>
          </p:cNvPr>
          <p:cNvSpPr txBox="1"/>
          <p:nvPr/>
        </p:nvSpPr>
        <p:spPr>
          <a:xfrm>
            <a:off x="1320800" y="26543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Does CodeDye prove contamination?</a:t>
            </a:r>
            <a:endParaRPr lang="zh-CN" altLang="en-US" sz="880" b="1">
              <a:solidFill>
                <a:srgbClr val="003B7A"/>
              </a:solidFill>
              <a:latin typeface="Aptos" panose="020B0004020202020204" pitchFamily="34" charset="0"/>
            </a:endParaRPr>
          </a:p>
        </p:txBody>
      </p:sp>
      <p:sp>
        <p:nvSpPr>
          <p:cNvPr id="20" name="a-1">
            <a:extLst>
              <a:ext uri="{FF2B5EF4-FFF2-40B4-BE49-F238E27FC236}">
                <a16:creationId xmlns:a16="http://schemas.microsoft.com/office/drawing/2014/main" id="{111CCC6F-5772-BFC5-0C25-9ABC1A73279C}"/>
              </a:ext>
            </a:extLst>
          </p:cNvPr>
          <p:cNvSpPr txBox="1"/>
          <p:nvPr/>
        </p:nvSpPr>
        <p:spPr>
          <a:xfrm>
            <a:off x="5029200" y="26543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No. It is a controlled null-audit surface, not an accusation.</a:t>
            </a:r>
            <a:endParaRPr lang="zh-CN" altLang="en-US" sz="820">
              <a:solidFill>
                <a:srgbClr val="071A3D"/>
              </a:solidFill>
              <a:latin typeface="Aptos" panose="020B0004020202020204" pitchFamily="34" charset="0"/>
            </a:endParaRPr>
          </a:p>
        </p:txBody>
      </p:sp>
      <p:sp>
        <p:nvSpPr>
          <p:cNvPr id="21" name="qa-2">
            <a:extLst>
              <a:ext uri="{FF2B5EF4-FFF2-40B4-BE49-F238E27FC236}">
                <a16:creationId xmlns:a16="http://schemas.microsoft.com/office/drawing/2014/main" id="{EB59666E-4D0D-4738-CC50-DAA0AD40F5A1}"/>
              </a:ext>
            </a:extLst>
          </p:cNvPr>
          <p:cNvSpPr/>
          <p:nvPr/>
        </p:nvSpPr>
        <p:spPr>
          <a:xfrm>
            <a:off x="990600" y="32512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qa-band-2">
            <a:extLst>
              <a:ext uri="{FF2B5EF4-FFF2-40B4-BE49-F238E27FC236}">
                <a16:creationId xmlns:a16="http://schemas.microsoft.com/office/drawing/2014/main" id="{797617A6-0BD4-495C-8609-55FEB2DACEC6}"/>
              </a:ext>
            </a:extLst>
          </p:cNvPr>
          <p:cNvSpPr/>
          <p:nvPr/>
        </p:nvSpPr>
        <p:spPr>
          <a:xfrm>
            <a:off x="990600" y="32512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q-2">
            <a:extLst>
              <a:ext uri="{FF2B5EF4-FFF2-40B4-BE49-F238E27FC236}">
                <a16:creationId xmlns:a16="http://schemas.microsoft.com/office/drawing/2014/main" id="{5D5AB91E-C282-FD5D-7103-A999062F57B1}"/>
              </a:ext>
            </a:extLst>
          </p:cNvPr>
          <p:cNvSpPr txBox="1"/>
          <p:nvPr/>
        </p:nvSpPr>
        <p:spPr>
          <a:xfrm>
            <a:off x="1320800" y="34036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Is ProbeTrace too perfect?</a:t>
            </a:r>
            <a:endParaRPr lang="zh-CN" altLang="en-US" sz="880" b="1">
              <a:solidFill>
                <a:srgbClr val="003B7A"/>
              </a:solidFill>
              <a:latin typeface="Aptos" panose="020B0004020202020204" pitchFamily="34" charset="0"/>
            </a:endParaRPr>
          </a:p>
        </p:txBody>
      </p:sp>
      <p:sp>
        <p:nvSpPr>
          <p:cNvPr id="24" name="a-2">
            <a:extLst>
              <a:ext uri="{FF2B5EF4-FFF2-40B4-BE49-F238E27FC236}">
                <a16:creationId xmlns:a16="http://schemas.microsoft.com/office/drawing/2014/main" id="{D35E07D0-5647-D649-0C5A-64A8CADFE07C}"/>
              </a:ext>
            </a:extLst>
          </p:cNvPr>
          <p:cNvSpPr txBox="1"/>
          <p:nvPr/>
        </p:nvSpPr>
        <p:spPr>
          <a:xfrm>
            <a:off x="5029200" y="34036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It is scoped to the evaluated five-owner denominator and controls.</a:t>
            </a:r>
            <a:endParaRPr lang="zh-CN" altLang="en-US" sz="820">
              <a:solidFill>
                <a:srgbClr val="071A3D"/>
              </a:solidFill>
              <a:latin typeface="Aptos" panose="020B0004020202020204" pitchFamily="34" charset="0"/>
            </a:endParaRPr>
          </a:p>
        </p:txBody>
      </p:sp>
      <p:sp>
        <p:nvSpPr>
          <p:cNvPr id="25" name="qa-3">
            <a:extLst>
              <a:ext uri="{FF2B5EF4-FFF2-40B4-BE49-F238E27FC236}">
                <a16:creationId xmlns:a16="http://schemas.microsoft.com/office/drawing/2014/main" id="{A881FD87-7BC5-7A07-3F45-C921475160C0}"/>
              </a:ext>
            </a:extLst>
          </p:cNvPr>
          <p:cNvSpPr/>
          <p:nvPr/>
        </p:nvSpPr>
        <p:spPr>
          <a:xfrm>
            <a:off x="990600" y="40005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a-band-3">
            <a:extLst>
              <a:ext uri="{FF2B5EF4-FFF2-40B4-BE49-F238E27FC236}">
                <a16:creationId xmlns:a16="http://schemas.microsoft.com/office/drawing/2014/main" id="{C5A726D6-376C-1A4D-FA21-BCBD8D354E02}"/>
              </a:ext>
            </a:extLst>
          </p:cNvPr>
          <p:cNvSpPr/>
          <p:nvPr/>
        </p:nvSpPr>
        <p:spPr>
          <a:xfrm>
            <a:off x="990600" y="40005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q-3">
            <a:extLst>
              <a:ext uri="{FF2B5EF4-FFF2-40B4-BE49-F238E27FC236}">
                <a16:creationId xmlns:a16="http://schemas.microsoft.com/office/drawing/2014/main" id="{8F1E6B13-8119-CDC6-08A3-F7DC2A7D0E0C}"/>
              </a:ext>
            </a:extLst>
          </p:cNvPr>
          <p:cNvSpPr txBox="1"/>
          <p:nvPr/>
        </p:nvSpPr>
        <p:spPr>
          <a:xfrm>
            <a:off x="1320800" y="41529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What does the demo prove?</a:t>
            </a:r>
            <a:endParaRPr lang="zh-CN" altLang="en-US" sz="880" b="1">
              <a:solidFill>
                <a:srgbClr val="003B7A"/>
              </a:solidFill>
              <a:latin typeface="Aptos" panose="020B0004020202020204" pitchFamily="34" charset="0"/>
            </a:endParaRPr>
          </a:p>
        </p:txBody>
      </p:sp>
      <p:sp>
        <p:nvSpPr>
          <p:cNvPr id="28" name="a-3">
            <a:extLst>
              <a:ext uri="{FF2B5EF4-FFF2-40B4-BE49-F238E27FC236}">
                <a16:creationId xmlns:a16="http://schemas.microsoft.com/office/drawing/2014/main" id="{0DF4CE8A-CA1A-88D5-63FC-5F21F2BE4D2B}"/>
              </a:ext>
            </a:extLst>
          </p:cNvPr>
          <p:cNvSpPr txBox="1"/>
          <p:nvPr/>
        </p:nvSpPr>
        <p:spPr>
          <a:xfrm>
            <a:off x="5029200" y="41529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Repository consistency and inspectability, not a full experimental rerun.</a:t>
            </a:r>
            <a:endParaRPr lang="zh-CN" altLang="en-US" sz="820">
              <a:solidFill>
                <a:srgbClr val="071A3D"/>
              </a:solidFill>
              <a:latin typeface="Aptos" panose="020B0004020202020204" pitchFamily="34" charset="0"/>
            </a:endParaRPr>
          </a:p>
        </p:txBody>
      </p:sp>
      <p:sp>
        <p:nvSpPr>
          <p:cNvPr id="29" name="qa-4">
            <a:extLst>
              <a:ext uri="{FF2B5EF4-FFF2-40B4-BE49-F238E27FC236}">
                <a16:creationId xmlns:a16="http://schemas.microsoft.com/office/drawing/2014/main" id="{561F14D6-D4ED-C647-7369-6D0E22D45C0C}"/>
              </a:ext>
            </a:extLst>
          </p:cNvPr>
          <p:cNvSpPr/>
          <p:nvPr/>
        </p:nvSpPr>
        <p:spPr>
          <a:xfrm>
            <a:off x="990600" y="47498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a-band-4">
            <a:extLst>
              <a:ext uri="{FF2B5EF4-FFF2-40B4-BE49-F238E27FC236}">
                <a16:creationId xmlns:a16="http://schemas.microsoft.com/office/drawing/2014/main" id="{58B46161-8627-2851-17A3-2A4F694AEEEE}"/>
              </a:ext>
            </a:extLst>
          </p:cNvPr>
          <p:cNvSpPr/>
          <p:nvPr/>
        </p:nvSpPr>
        <p:spPr>
          <a:xfrm>
            <a:off x="990600" y="47498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q-4">
            <a:extLst>
              <a:ext uri="{FF2B5EF4-FFF2-40B4-BE49-F238E27FC236}">
                <a16:creationId xmlns:a16="http://schemas.microsoft.com/office/drawing/2014/main" id="{9AEA6797-0DD5-BE80-31E5-C83391C6E71B}"/>
              </a:ext>
            </a:extLst>
          </p:cNvPr>
          <p:cNvSpPr txBox="1"/>
          <p:nvPr/>
        </p:nvSpPr>
        <p:spPr>
          <a:xfrm>
            <a:off x="1320800" y="49022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Biggest limitation?</a:t>
            </a:r>
            <a:endParaRPr lang="zh-CN" altLang="en-US" sz="880" b="1">
              <a:solidFill>
                <a:srgbClr val="003B7A"/>
              </a:solidFill>
              <a:latin typeface="Aptos" panose="020B0004020202020204" pitchFamily="34" charset="0"/>
            </a:endParaRPr>
          </a:p>
        </p:txBody>
      </p:sp>
      <p:sp>
        <p:nvSpPr>
          <p:cNvPr id="32" name="a-4">
            <a:extLst>
              <a:ext uri="{FF2B5EF4-FFF2-40B4-BE49-F238E27FC236}">
                <a16:creationId xmlns:a16="http://schemas.microsoft.com/office/drawing/2014/main" id="{C37D80CB-6EE7-3047-76BA-3B299DA67F25}"/>
              </a:ext>
            </a:extLst>
          </p:cNvPr>
          <p:cNvSpPr txBox="1"/>
          <p:nvPr/>
        </p:nvSpPr>
        <p:spPr>
          <a:xfrm>
            <a:off x="5029200" y="49022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Finite denominators; broader claims need new admitted evidence.</a:t>
            </a:r>
            <a:endParaRPr lang="zh-CN" altLang="en-US" sz="820">
              <a:solidFill>
                <a:srgbClr val="071A3D"/>
              </a:solidFill>
              <a:latin typeface="Aptos" panose="020B0004020202020204" pitchFamily="34" charset="0"/>
            </a:endParaRPr>
          </a:p>
        </p:txBody>
      </p:sp>
      <p:sp>
        <p:nvSpPr>
          <p:cNvPr id="33" name="footer-hit-15">
            <a:hlinkClick r:id="rId4"/>
            <a:extLst>
              <a:ext uri="{FF2B5EF4-FFF2-40B4-BE49-F238E27FC236}">
                <a16:creationId xmlns:a16="http://schemas.microsoft.com/office/drawing/2014/main" id="{85EE11B6-52A1-4F57-043D-B2B570A40E3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1498100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57865E0A-382F-FE4B-6561-51E9D7768E3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DB2C992C-A0DE-4EA1-FCDB-CACFDB9D125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4C0508E4-AA03-B9A1-A9DC-549984D3E446}"/>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7B289967-30D1-5F98-703B-916102DE66CD}"/>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8972D3C-7E0C-597D-F47E-5F0E77F2BE34}"/>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0AE429CC-2F1B-452E-B935-040B5A4EE615}"/>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826BCBF-30AF-8AE9-8599-8928EBFD64D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ED4ECD0B-8970-D8E8-9A5F-CB478242119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6CF01B1B-D980-2F7C-4F4D-CDBDADED9DE6}"/>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Demo storyboard and fallback.</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81B9BA70-5B40-6FD0-0C0D-BD8FC308E22E}"/>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if the live demo fails or the examiner asks what the video shows.</a:t>
            </a:r>
            <a:endParaRPr lang="zh-CN" altLang="en-US" sz="930">
              <a:solidFill>
                <a:srgbClr val="4A5B78"/>
              </a:solidFill>
              <a:latin typeface="Aptos" panose="020B0004020202020204" pitchFamily="34" charset="0"/>
            </a:endParaRPr>
          </a:p>
        </p:txBody>
      </p:sp>
      <p:cxnSp>
        <p:nvCxnSpPr>
          <p:cNvPr id="13" name="demo-spine">
            <a:extLst>
              <a:ext uri="{FF2B5EF4-FFF2-40B4-BE49-F238E27FC236}">
                <a16:creationId xmlns:a16="http://schemas.microsoft.com/office/drawing/2014/main" id="{B5F52AC9-8555-9676-9953-5EC9FAF45C17}"/>
              </a:ext>
            </a:extLst>
          </p:cNvPr>
          <p:cNvCxnSpPr/>
          <p:nvPr/>
        </p:nvCxnSpPr>
        <p:spPr>
          <a:xfrm>
            <a:off x="1752600" y="3632200"/>
            <a:ext cx="8712200" cy="0"/>
          </a:xfrm>
          <a:prstGeom prst="line">
            <a:avLst/>
          </a:prstGeom>
          <a:ln w="25400">
            <a:solidFill>
              <a:srgbClr val="D5E2F0"/>
            </a:solidFill>
          </a:ln>
        </p:spPr>
        <p:style>
          <a:lnRef idx="1">
            <a:schemeClr val="accent1"/>
          </a:lnRef>
          <a:fillRef idx="0">
            <a:schemeClr val="accent1"/>
          </a:fillRef>
          <a:effectRef idx="0">
            <a:schemeClr val="accent1"/>
          </a:effectRef>
          <a:fontRef idx="minor">
            <a:schemeClr val="tx1"/>
          </a:fontRef>
        </p:style>
      </p:cxnSp>
      <p:sp>
        <p:nvSpPr>
          <p:cNvPr id="14" name="story-dot-0">
            <a:extLst>
              <a:ext uri="{FF2B5EF4-FFF2-40B4-BE49-F238E27FC236}">
                <a16:creationId xmlns:a16="http://schemas.microsoft.com/office/drawing/2014/main" id="{4F32C44C-BF96-6A0A-352E-8373EF257054}"/>
              </a:ext>
            </a:extLst>
          </p:cNvPr>
          <p:cNvSpPr/>
          <p:nvPr/>
        </p:nvSpPr>
        <p:spPr>
          <a:xfrm>
            <a:off x="1803400" y="3327400"/>
            <a:ext cx="609600" cy="609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tory-num-0">
            <a:extLst>
              <a:ext uri="{FF2B5EF4-FFF2-40B4-BE49-F238E27FC236}">
                <a16:creationId xmlns:a16="http://schemas.microsoft.com/office/drawing/2014/main" id="{77D14E2E-DF38-D207-0E84-9473DB3E2836}"/>
              </a:ext>
            </a:extLst>
          </p:cNvPr>
          <p:cNvSpPr txBox="1"/>
          <p:nvPr/>
        </p:nvSpPr>
        <p:spPr>
          <a:xfrm>
            <a:off x="20066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01</a:t>
            </a:r>
            <a:endParaRPr lang="zh-CN" altLang="en-US" sz="750" b="1">
              <a:solidFill>
                <a:srgbClr val="FFFFFF"/>
              </a:solidFill>
              <a:latin typeface="Aptos" panose="020B0004020202020204" pitchFamily="34" charset="0"/>
            </a:endParaRPr>
          </a:p>
        </p:txBody>
      </p:sp>
      <p:sp>
        <p:nvSpPr>
          <p:cNvPr id="16" name="story-title-0">
            <a:extLst>
              <a:ext uri="{FF2B5EF4-FFF2-40B4-BE49-F238E27FC236}">
                <a16:creationId xmlns:a16="http://schemas.microsoft.com/office/drawing/2014/main" id="{2A1F02D6-8216-0480-543B-E36A6C1AEAEC}"/>
              </a:ext>
            </a:extLst>
          </p:cNvPr>
          <p:cNvSpPr txBox="1"/>
          <p:nvPr/>
        </p:nvSpPr>
        <p:spPr>
          <a:xfrm>
            <a:off x="13208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Project page</a:t>
            </a:r>
            <a:endParaRPr lang="zh-CN" altLang="en-US" sz="900" b="1">
              <a:solidFill>
                <a:srgbClr val="071A3D"/>
              </a:solidFill>
              <a:latin typeface="Aptos" panose="020B0004020202020204" pitchFamily="34" charset="0"/>
            </a:endParaRPr>
          </a:p>
        </p:txBody>
      </p:sp>
      <p:sp>
        <p:nvSpPr>
          <p:cNvPr id="17" name="story-sub-0">
            <a:extLst>
              <a:ext uri="{FF2B5EF4-FFF2-40B4-BE49-F238E27FC236}">
                <a16:creationId xmlns:a16="http://schemas.microsoft.com/office/drawing/2014/main" id="{082EC7A8-832C-C4D1-E71A-978499866C21}"/>
              </a:ext>
            </a:extLst>
          </p:cNvPr>
          <p:cNvSpPr txBox="1"/>
          <p:nvPr/>
        </p:nvSpPr>
        <p:spPr>
          <a:xfrm>
            <a:off x="13208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open artifact entry</a:t>
            </a:r>
            <a:endParaRPr lang="zh-CN" altLang="en-US" sz="740">
              <a:solidFill>
                <a:srgbClr val="4A5B78"/>
              </a:solidFill>
              <a:latin typeface="Aptos" panose="020B0004020202020204" pitchFamily="34" charset="0"/>
            </a:endParaRPr>
          </a:p>
        </p:txBody>
      </p:sp>
      <p:sp>
        <p:nvSpPr>
          <p:cNvPr id="18" name="story-hit-0">
            <a:hlinkClick r:id="rId4"/>
            <a:extLst>
              <a:ext uri="{FF2B5EF4-FFF2-40B4-BE49-F238E27FC236}">
                <a16:creationId xmlns:a16="http://schemas.microsoft.com/office/drawing/2014/main" id="{BE437ACC-F8D8-9E22-464A-70CC9CA4808E}"/>
              </a:ext>
            </a:extLst>
          </p:cNvPr>
          <p:cNvSpPr/>
          <p:nvPr/>
        </p:nvSpPr>
        <p:spPr>
          <a:xfrm>
            <a:off x="13208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ory-dot-1">
            <a:extLst>
              <a:ext uri="{FF2B5EF4-FFF2-40B4-BE49-F238E27FC236}">
                <a16:creationId xmlns:a16="http://schemas.microsoft.com/office/drawing/2014/main" id="{CFE45BA2-1266-9021-A6F7-FEF0372E6620}"/>
              </a:ext>
            </a:extLst>
          </p:cNvPr>
          <p:cNvSpPr/>
          <p:nvPr/>
        </p:nvSpPr>
        <p:spPr>
          <a:xfrm>
            <a:off x="3810000" y="3327400"/>
            <a:ext cx="609600" cy="609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ory-num-1">
            <a:extLst>
              <a:ext uri="{FF2B5EF4-FFF2-40B4-BE49-F238E27FC236}">
                <a16:creationId xmlns:a16="http://schemas.microsoft.com/office/drawing/2014/main" id="{8A21436B-7DA8-D163-7761-E10B89EADECD}"/>
              </a:ext>
            </a:extLst>
          </p:cNvPr>
          <p:cNvSpPr txBox="1"/>
          <p:nvPr/>
        </p:nvSpPr>
        <p:spPr>
          <a:xfrm>
            <a:off x="40132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02</a:t>
            </a:r>
            <a:endParaRPr lang="zh-CN" altLang="en-US" sz="750" b="1">
              <a:solidFill>
                <a:srgbClr val="FFFFFF"/>
              </a:solidFill>
              <a:latin typeface="Aptos" panose="020B0004020202020204" pitchFamily="34" charset="0"/>
            </a:endParaRPr>
          </a:p>
        </p:txBody>
      </p:sp>
      <p:sp>
        <p:nvSpPr>
          <p:cNvPr id="21" name="story-title-1">
            <a:extLst>
              <a:ext uri="{FF2B5EF4-FFF2-40B4-BE49-F238E27FC236}">
                <a16:creationId xmlns:a16="http://schemas.microsoft.com/office/drawing/2014/main" id="{8047C69F-246C-8B75-6009-F9725CBAB8A7}"/>
              </a:ext>
            </a:extLst>
          </p:cNvPr>
          <p:cNvSpPr txBox="1"/>
          <p:nvPr/>
        </p:nvSpPr>
        <p:spPr>
          <a:xfrm>
            <a:off x="33274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Claim file</a:t>
            </a:r>
            <a:endParaRPr lang="zh-CN" altLang="en-US" sz="900" b="1">
              <a:solidFill>
                <a:srgbClr val="071A3D"/>
              </a:solidFill>
              <a:latin typeface="Aptos" panose="020B0004020202020204" pitchFamily="34" charset="0"/>
            </a:endParaRPr>
          </a:p>
        </p:txBody>
      </p:sp>
      <p:sp>
        <p:nvSpPr>
          <p:cNvPr id="22" name="story-sub-1">
            <a:extLst>
              <a:ext uri="{FF2B5EF4-FFF2-40B4-BE49-F238E27FC236}">
                <a16:creationId xmlns:a16="http://schemas.microsoft.com/office/drawing/2014/main" id="{8A5300BF-2C7D-EB77-D047-6288DC4D6E12}"/>
              </a:ext>
            </a:extLst>
          </p:cNvPr>
          <p:cNvSpPr txBox="1"/>
          <p:nvPr/>
        </p:nvSpPr>
        <p:spPr>
          <a:xfrm>
            <a:off x="33274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allowed / blocked readings</a:t>
            </a:r>
            <a:endParaRPr lang="zh-CN" altLang="en-US" sz="740">
              <a:solidFill>
                <a:srgbClr val="4A5B78"/>
              </a:solidFill>
              <a:latin typeface="Aptos" panose="020B0004020202020204" pitchFamily="34" charset="0"/>
            </a:endParaRPr>
          </a:p>
        </p:txBody>
      </p:sp>
      <p:sp>
        <p:nvSpPr>
          <p:cNvPr id="23" name="story-hit-1">
            <a:hlinkClick r:id="rId5"/>
            <a:extLst>
              <a:ext uri="{FF2B5EF4-FFF2-40B4-BE49-F238E27FC236}">
                <a16:creationId xmlns:a16="http://schemas.microsoft.com/office/drawing/2014/main" id="{1B0DBF03-2B86-0D16-EFAF-DD7A106CFB71}"/>
              </a:ext>
            </a:extLst>
          </p:cNvPr>
          <p:cNvSpPr/>
          <p:nvPr/>
        </p:nvSpPr>
        <p:spPr>
          <a:xfrm>
            <a:off x="33274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story-dot-2">
            <a:extLst>
              <a:ext uri="{FF2B5EF4-FFF2-40B4-BE49-F238E27FC236}">
                <a16:creationId xmlns:a16="http://schemas.microsoft.com/office/drawing/2014/main" id="{5FEE86DE-AB06-3648-B53A-27F8C665E056}"/>
              </a:ext>
            </a:extLst>
          </p:cNvPr>
          <p:cNvSpPr/>
          <p:nvPr/>
        </p:nvSpPr>
        <p:spPr>
          <a:xfrm>
            <a:off x="5816600" y="3327400"/>
            <a:ext cx="609600" cy="609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tory-num-2">
            <a:extLst>
              <a:ext uri="{FF2B5EF4-FFF2-40B4-BE49-F238E27FC236}">
                <a16:creationId xmlns:a16="http://schemas.microsoft.com/office/drawing/2014/main" id="{B1AC61FC-542C-5135-5B1E-9A91E18C3486}"/>
              </a:ext>
            </a:extLst>
          </p:cNvPr>
          <p:cNvSpPr txBox="1"/>
          <p:nvPr/>
        </p:nvSpPr>
        <p:spPr>
          <a:xfrm>
            <a:off x="60198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03</a:t>
            </a:r>
            <a:endParaRPr lang="zh-CN" altLang="en-US" sz="750" b="1">
              <a:solidFill>
                <a:srgbClr val="FFFFFF"/>
              </a:solidFill>
              <a:latin typeface="Aptos" panose="020B0004020202020204" pitchFamily="34" charset="0"/>
            </a:endParaRPr>
          </a:p>
        </p:txBody>
      </p:sp>
      <p:sp>
        <p:nvSpPr>
          <p:cNvPr id="26" name="story-title-2">
            <a:extLst>
              <a:ext uri="{FF2B5EF4-FFF2-40B4-BE49-F238E27FC236}">
                <a16:creationId xmlns:a16="http://schemas.microsoft.com/office/drawing/2014/main" id="{7534A959-1470-5708-7552-833F2AD5EC3C}"/>
              </a:ext>
            </a:extLst>
          </p:cNvPr>
          <p:cNvSpPr txBox="1"/>
          <p:nvPr/>
        </p:nvSpPr>
        <p:spPr>
          <a:xfrm>
            <a:off x="53340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Traceability</a:t>
            </a:r>
            <a:endParaRPr lang="zh-CN" altLang="en-US" sz="900" b="1">
              <a:solidFill>
                <a:srgbClr val="071A3D"/>
              </a:solidFill>
              <a:latin typeface="Aptos" panose="020B0004020202020204" pitchFamily="34" charset="0"/>
            </a:endParaRPr>
          </a:p>
        </p:txBody>
      </p:sp>
      <p:sp>
        <p:nvSpPr>
          <p:cNvPr id="27" name="story-sub-2">
            <a:extLst>
              <a:ext uri="{FF2B5EF4-FFF2-40B4-BE49-F238E27FC236}">
                <a16:creationId xmlns:a16="http://schemas.microsoft.com/office/drawing/2014/main" id="{8D453850-C61A-F53E-0F82-14D683D5D78B}"/>
              </a:ext>
            </a:extLst>
          </p:cNvPr>
          <p:cNvSpPr txBox="1"/>
          <p:nvPr/>
        </p:nvSpPr>
        <p:spPr>
          <a:xfrm>
            <a:off x="53340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claim to artifact path</a:t>
            </a:r>
            <a:endParaRPr lang="zh-CN" altLang="en-US" sz="740">
              <a:solidFill>
                <a:srgbClr val="4A5B78"/>
              </a:solidFill>
              <a:latin typeface="Aptos" panose="020B0004020202020204" pitchFamily="34" charset="0"/>
            </a:endParaRPr>
          </a:p>
        </p:txBody>
      </p:sp>
      <p:sp>
        <p:nvSpPr>
          <p:cNvPr id="28" name="story-hit-2">
            <a:hlinkClick r:id="rId6"/>
            <a:extLst>
              <a:ext uri="{FF2B5EF4-FFF2-40B4-BE49-F238E27FC236}">
                <a16:creationId xmlns:a16="http://schemas.microsoft.com/office/drawing/2014/main" id="{5ADE46B8-D976-F0A0-6EF1-57A2C5AC9886}"/>
              </a:ext>
            </a:extLst>
          </p:cNvPr>
          <p:cNvSpPr/>
          <p:nvPr/>
        </p:nvSpPr>
        <p:spPr>
          <a:xfrm>
            <a:off x="53340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story-dot-3">
            <a:extLst>
              <a:ext uri="{FF2B5EF4-FFF2-40B4-BE49-F238E27FC236}">
                <a16:creationId xmlns:a16="http://schemas.microsoft.com/office/drawing/2014/main" id="{E6C1E178-AB55-C763-E989-65A9DE13754F}"/>
              </a:ext>
            </a:extLst>
          </p:cNvPr>
          <p:cNvSpPr/>
          <p:nvPr/>
        </p:nvSpPr>
        <p:spPr>
          <a:xfrm>
            <a:off x="7823200" y="3327400"/>
            <a:ext cx="609600" cy="609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story-num-3">
            <a:extLst>
              <a:ext uri="{FF2B5EF4-FFF2-40B4-BE49-F238E27FC236}">
                <a16:creationId xmlns:a16="http://schemas.microsoft.com/office/drawing/2014/main" id="{F9A05700-E3B7-3943-D761-AA5392C59C5C}"/>
              </a:ext>
            </a:extLst>
          </p:cNvPr>
          <p:cNvSpPr txBox="1"/>
          <p:nvPr/>
        </p:nvSpPr>
        <p:spPr>
          <a:xfrm>
            <a:off x="80264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04</a:t>
            </a:r>
            <a:endParaRPr lang="zh-CN" altLang="en-US" sz="750" b="1">
              <a:solidFill>
                <a:srgbClr val="FFFFFF"/>
              </a:solidFill>
              <a:latin typeface="Aptos" panose="020B0004020202020204" pitchFamily="34" charset="0"/>
            </a:endParaRPr>
          </a:p>
        </p:txBody>
      </p:sp>
      <p:sp>
        <p:nvSpPr>
          <p:cNvPr id="31" name="story-title-3">
            <a:extLst>
              <a:ext uri="{FF2B5EF4-FFF2-40B4-BE49-F238E27FC236}">
                <a16:creationId xmlns:a16="http://schemas.microsoft.com/office/drawing/2014/main" id="{407B7DDE-15FA-D2EF-DE4E-1204FDAEE4DB}"/>
              </a:ext>
            </a:extLst>
          </p:cNvPr>
          <p:cNvSpPr txBox="1"/>
          <p:nvPr/>
        </p:nvSpPr>
        <p:spPr>
          <a:xfrm>
            <a:off x="73406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Manifest</a:t>
            </a:r>
            <a:endParaRPr lang="zh-CN" altLang="en-US" sz="900" b="1">
              <a:solidFill>
                <a:srgbClr val="071A3D"/>
              </a:solidFill>
              <a:latin typeface="Aptos" panose="020B0004020202020204" pitchFamily="34" charset="0"/>
            </a:endParaRPr>
          </a:p>
        </p:txBody>
      </p:sp>
      <p:sp>
        <p:nvSpPr>
          <p:cNvPr id="32" name="story-sub-3">
            <a:extLst>
              <a:ext uri="{FF2B5EF4-FFF2-40B4-BE49-F238E27FC236}">
                <a16:creationId xmlns:a16="http://schemas.microsoft.com/office/drawing/2014/main" id="{FE2C160F-1988-054A-6338-5D3A0F7A2F53}"/>
              </a:ext>
            </a:extLst>
          </p:cNvPr>
          <p:cNvSpPr txBox="1"/>
          <p:nvPr/>
        </p:nvSpPr>
        <p:spPr>
          <a:xfrm>
            <a:off x="73406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hash and denominator row</a:t>
            </a:r>
            <a:endParaRPr lang="zh-CN" altLang="en-US" sz="740">
              <a:solidFill>
                <a:srgbClr val="4A5B78"/>
              </a:solidFill>
              <a:latin typeface="Aptos" panose="020B0004020202020204" pitchFamily="34" charset="0"/>
            </a:endParaRPr>
          </a:p>
        </p:txBody>
      </p:sp>
      <p:sp>
        <p:nvSpPr>
          <p:cNvPr id="33" name="story-hit-3">
            <a:hlinkClick r:id="rId7"/>
            <a:extLst>
              <a:ext uri="{FF2B5EF4-FFF2-40B4-BE49-F238E27FC236}">
                <a16:creationId xmlns:a16="http://schemas.microsoft.com/office/drawing/2014/main" id="{4552B3C7-E597-BD22-47DD-B49BA6BEFD82}"/>
              </a:ext>
            </a:extLst>
          </p:cNvPr>
          <p:cNvSpPr/>
          <p:nvPr/>
        </p:nvSpPr>
        <p:spPr>
          <a:xfrm>
            <a:off x="73406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ory-dot-4">
            <a:extLst>
              <a:ext uri="{FF2B5EF4-FFF2-40B4-BE49-F238E27FC236}">
                <a16:creationId xmlns:a16="http://schemas.microsoft.com/office/drawing/2014/main" id="{0C84C250-0F81-80D5-F63C-9BC5E4E81863}"/>
              </a:ext>
            </a:extLst>
          </p:cNvPr>
          <p:cNvSpPr/>
          <p:nvPr/>
        </p:nvSpPr>
        <p:spPr>
          <a:xfrm>
            <a:off x="9829800" y="3327400"/>
            <a:ext cx="609600" cy="609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story-num-4">
            <a:extLst>
              <a:ext uri="{FF2B5EF4-FFF2-40B4-BE49-F238E27FC236}">
                <a16:creationId xmlns:a16="http://schemas.microsoft.com/office/drawing/2014/main" id="{A9325215-598C-315D-F8CA-8695CD9B4392}"/>
              </a:ext>
            </a:extLst>
          </p:cNvPr>
          <p:cNvSpPr txBox="1"/>
          <p:nvPr/>
        </p:nvSpPr>
        <p:spPr>
          <a:xfrm>
            <a:off x="100330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05</a:t>
            </a:r>
            <a:endParaRPr lang="zh-CN" altLang="en-US" sz="750" b="1">
              <a:solidFill>
                <a:srgbClr val="FFFFFF"/>
              </a:solidFill>
              <a:latin typeface="Aptos" panose="020B0004020202020204" pitchFamily="34" charset="0"/>
            </a:endParaRPr>
          </a:p>
        </p:txBody>
      </p:sp>
      <p:sp>
        <p:nvSpPr>
          <p:cNvPr id="36" name="story-title-4">
            <a:extLst>
              <a:ext uri="{FF2B5EF4-FFF2-40B4-BE49-F238E27FC236}">
                <a16:creationId xmlns:a16="http://schemas.microsoft.com/office/drawing/2014/main" id="{4A53A695-4529-D832-1A1A-4701455BF656}"/>
              </a:ext>
            </a:extLst>
          </p:cNvPr>
          <p:cNvSpPr txBox="1"/>
          <p:nvPr/>
        </p:nvSpPr>
        <p:spPr>
          <a:xfrm>
            <a:off x="93472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Local check</a:t>
            </a:r>
            <a:endParaRPr lang="zh-CN" altLang="en-US" sz="900" b="1">
              <a:solidFill>
                <a:srgbClr val="071A3D"/>
              </a:solidFill>
              <a:latin typeface="Aptos" panose="020B0004020202020204" pitchFamily="34" charset="0"/>
            </a:endParaRPr>
          </a:p>
        </p:txBody>
      </p:sp>
      <p:sp>
        <p:nvSpPr>
          <p:cNvPr id="37" name="story-sub-4">
            <a:extLst>
              <a:ext uri="{FF2B5EF4-FFF2-40B4-BE49-F238E27FC236}">
                <a16:creationId xmlns:a16="http://schemas.microsoft.com/office/drawing/2014/main" id="{C18EA1A0-DFF7-9D02-098E-9CF6CDA7DA59}"/>
              </a:ext>
            </a:extLst>
          </p:cNvPr>
          <p:cNvSpPr txBox="1"/>
          <p:nvPr/>
        </p:nvSpPr>
        <p:spPr>
          <a:xfrm>
            <a:off x="93472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OK outputs, bounded proof</a:t>
            </a:r>
            <a:endParaRPr lang="zh-CN" altLang="en-US" sz="740">
              <a:solidFill>
                <a:srgbClr val="4A5B78"/>
              </a:solidFill>
              <a:latin typeface="Aptos" panose="020B0004020202020204" pitchFamily="34" charset="0"/>
            </a:endParaRPr>
          </a:p>
        </p:txBody>
      </p:sp>
      <p:sp>
        <p:nvSpPr>
          <p:cNvPr id="38" name="story-hit-4">
            <a:hlinkClick r:id="rId8"/>
            <a:extLst>
              <a:ext uri="{FF2B5EF4-FFF2-40B4-BE49-F238E27FC236}">
                <a16:creationId xmlns:a16="http://schemas.microsoft.com/office/drawing/2014/main" id="{3055C348-274D-FE6E-EEC5-A36C71F9795F}"/>
              </a:ext>
            </a:extLst>
          </p:cNvPr>
          <p:cNvSpPr/>
          <p:nvPr/>
        </p:nvSpPr>
        <p:spPr>
          <a:xfrm>
            <a:off x="93472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fallback-note">
            <a:extLst>
              <a:ext uri="{FF2B5EF4-FFF2-40B4-BE49-F238E27FC236}">
                <a16:creationId xmlns:a16="http://schemas.microsoft.com/office/drawing/2014/main" id="{BB88888D-54AD-B2D6-B1FE-1A93E8109F98}"/>
              </a:ext>
            </a:extLst>
          </p:cNvPr>
          <p:cNvSpPr/>
          <p:nvPr/>
        </p:nvSpPr>
        <p:spPr>
          <a:xfrm>
            <a:off x="2159000" y="5384800"/>
            <a:ext cx="78740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fallback-t">
            <a:extLst>
              <a:ext uri="{FF2B5EF4-FFF2-40B4-BE49-F238E27FC236}">
                <a16:creationId xmlns:a16="http://schemas.microsoft.com/office/drawing/2014/main" id="{3248A72A-8699-0437-D957-6429BD41EFB3}"/>
              </a:ext>
            </a:extLst>
          </p:cNvPr>
          <p:cNvSpPr txBox="1"/>
          <p:nvPr/>
        </p:nvSpPr>
        <p:spPr>
          <a:xfrm>
            <a:off x="2540000" y="5511800"/>
            <a:ext cx="71120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Fallback: play the recorded demo if network, projector, or login fails.</a:t>
            </a:r>
            <a:endParaRPr lang="zh-CN" altLang="en-US" sz="820" b="1">
              <a:solidFill>
                <a:srgbClr val="071A3D"/>
              </a:solidFill>
              <a:latin typeface="Aptos" panose="020B0004020202020204" pitchFamily="34" charset="0"/>
            </a:endParaRPr>
          </a:p>
        </p:txBody>
      </p:sp>
      <p:sp>
        <p:nvSpPr>
          <p:cNvPr id="41" name="footer-hit-16">
            <a:hlinkClick r:id="rId4"/>
            <a:extLst>
              <a:ext uri="{FF2B5EF4-FFF2-40B4-BE49-F238E27FC236}">
                <a16:creationId xmlns:a16="http://schemas.microsoft.com/office/drawing/2014/main" id="{114447C2-69C5-59B4-4E46-C8AE7C23686B}"/>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7013057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60"/>
                                        <p:tgtEl>
                                          <p:spTgt spid="14"/>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160"/>
                                        <p:tgtEl>
                                          <p:spTgt spid="16"/>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160"/>
                                        <p:tgtEl>
                                          <p:spTgt spid="17"/>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160"/>
                                        <p:tgtEl>
                                          <p:spTgt spid="18"/>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160"/>
                                        <p:tgtEl>
                                          <p:spTgt spid="19"/>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160"/>
                                        <p:tgtEl>
                                          <p:spTgt spid="20"/>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160"/>
                                        <p:tgtEl>
                                          <p:spTgt spid="37"/>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160"/>
                                        <p:tgtEl>
                                          <p:spTgt spid="38"/>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160"/>
                                        <p:tgtEl>
                                          <p:spTgt spid="39"/>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16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animBg="1"/>
      <p:bldP spid="40" grpId="0"/>
    </p:bld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2108</Words>
  <Application>Microsoft Office PowerPoint</Application>
  <PresentationFormat>自定义</PresentationFormat>
  <Paragraphs>360</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2026-05-14T00:55:03Z</dcterms:created>
  <dcterms:modified xsi:type="dcterms:W3CDTF">2026-05-14T00:55:03Z</dcterms:modified>
</cp:coreProperties>
</file>